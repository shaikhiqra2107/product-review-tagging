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9" roundtripDataSignature="AMtx7mjYwWOeYmhpCE1SXlhNi+c52hp1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 name="Google Shape;8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aaadddffe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5" name="Google Shape;85;g3aaadddffe2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g3aaadddffe2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aaadddffe2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3" name="Google Shape;93;g3aaadddffe2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g3aaadddffe2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aaadddffe2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aaadddffe2_0_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g3aaadddffe2_0_1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aaadddffe2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aaadddffe2_0_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g3aaadddffe2_0_3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aaadddffe2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aaadddffe2_0_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g3aaadddffe2_0_2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aaadddffe2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aaadddffe2_0_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g3aaadddffe2_0_4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aaadddffe2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aaadddffe2_0_4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g3aaadddffe2_0_4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aaadddffe2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aaadddffe2_0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g3aaadddffe2_0_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aaadddffe2_0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aaadddffe2_0_6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g3aaadddffe2_0_6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aaadddffe2_0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aaadddffe2_0_6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g3aaadddffe2_0_6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aaadddffe2_0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aaadddffe2_0_5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g3aaadddffe2_0_5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aaadddffe2_0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aaadddffe2_0_9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g3aaadddffe2_0_9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aaadddffe2_0_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aaadddffe2_0_9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g3aaadddffe2_0_9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aaadddffe2_0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aaadddffe2_0_7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g3aaadddffe2_0_7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aaadddffe2_0_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aaadddffe2_0_8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g3aaadddffe2_0_8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aaadddffe2_0_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aaadddffe2_0_1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g3aaadddffe2_0_11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aaadddffe2_0_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aaadddffe2_0_1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g3aaadddffe2_0_11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aaadddffe2_0_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aaadddffe2_0_10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g3aaadddffe2_0_10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aaadddffe2_0_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aaadddffe2_0_1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g3aaadddffe2_0_12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aaadddffe2_0_1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aaadddffe2_0_1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g3aaadddffe2_0_13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aaadddffe2_0_1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aaadddffe2_0_1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g3aaadddffe2_0_14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aaadddffe2_0_1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aaadddffe2_0_14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g3aaadddffe2_0_14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9" name="Google Shape;25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4" name="Shape 14"/>
        <p:cNvGrpSpPr/>
        <p:nvPr/>
      </p:nvGrpSpPr>
      <p:grpSpPr>
        <a:xfrm>
          <a:off x="0" y="0"/>
          <a:ext cx="0" cy="0"/>
          <a:chOff x="0" y="0"/>
          <a:chExt cx="0" cy="0"/>
        </a:xfrm>
      </p:grpSpPr>
      <p:grpSp>
        <p:nvGrpSpPr>
          <p:cNvPr id="15" name="Google Shape;15;p10"/>
          <p:cNvGrpSpPr/>
          <p:nvPr/>
        </p:nvGrpSpPr>
        <p:grpSpPr>
          <a:xfrm>
            <a:off x="-21770" y="0"/>
            <a:ext cx="12213771" cy="6858000"/>
            <a:chOff x="-21770" y="0"/>
            <a:chExt cx="12213771" cy="6858000"/>
          </a:xfrm>
        </p:grpSpPr>
        <p:pic>
          <p:nvPicPr>
            <p:cNvPr descr="Tech Background&quot; Images – Browse 8,227 Stock Photos, Vectors, and Video |  Adobe Stock" id="16" name="Google Shape;16;p10"/>
            <p:cNvPicPr preferRelativeResize="0"/>
            <p:nvPr/>
          </p:nvPicPr>
          <p:blipFill rotWithShape="1">
            <a:blip r:embed="rId2">
              <a:alphaModFix/>
            </a:blip>
            <a:srcRect b="1248" l="2351" r="1953" t="2331"/>
            <a:stretch/>
          </p:blipFill>
          <p:spPr>
            <a:xfrm>
              <a:off x="-21770" y="0"/>
              <a:ext cx="12213771" cy="6858000"/>
            </a:xfrm>
            <a:custGeom>
              <a:rect b="b" l="l" r="r" t="t"/>
              <a:pathLst>
                <a:path extrusionOk="0" h="6858000" w="12213771">
                  <a:moveTo>
                    <a:pt x="0" y="0"/>
                  </a:moveTo>
                  <a:lnTo>
                    <a:pt x="12213771" y="0"/>
                  </a:lnTo>
                  <a:lnTo>
                    <a:pt x="12213771" y="6858000"/>
                  </a:lnTo>
                  <a:lnTo>
                    <a:pt x="0" y="6858000"/>
                  </a:lnTo>
                  <a:close/>
                </a:path>
              </a:pathLst>
            </a:custGeom>
            <a:noFill/>
            <a:ln>
              <a:noFill/>
            </a:ln>
          </p:spPr>
        </p:pic>
        <p:pic>
          <p:nvPicPr>
            <p:cNvPr id="17" name="Google Shape;17;p10"/>
            <p:cNvPicPr preferRelativeResize="0"/>
            <p:nvPr/>
          </p:nvPicPr>
          <p:blipFill rotWithShape="1">
            <a:blip r:embed="rId3">
              <a:alphaModFix/>
            </a:blip>
            <a:srcRect b="0" l="0" r="0" t="0"/>
            <a:stretch/>
          </p:blipFill>
          <p:spPr>
            <a:xfrm>
              <a:off x="4017794" y="913775"/>
              <a:ext cx="5159490" cy="1423752"/>
            </a:xfrm>
            <a:prstGeom prst="rect">
              <a:avLst/>
            </a:prstGeom>
            <a:noFill/>
            <a:ln>
              <a:noFill/>
            </a:ln>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8" name="Shape 18"/>
        <p:cNvGrpSpPr/>
        <p:nvPr/>
      </p:nvGrpSpPr>
      <p:grpSpPr>
        <a:xfrm>
          <a:off x="0" y="0"/>
          <a:ext cx="0" cy="0"/>
          <a:chOff x="0" y="0"/>
          <a:chExt cx="0" cy="0"/>
        </a:xfrm>
      </p:grpSpPr>
      <p:sp>
        <p:nvSpPr>
          <p:cNvPr id="19" name="Google Shape;19;p11"/>
          <p:cNvSpPr txBox="1"/>
          <p:nvPr>
            <p:ph type="title"/>
          </p:nvPr>
        </p:nvSpPr>
        <p:spPr>
          <a:xfrm>
            <a:off x="678884" y="603666"/>
            <a:ext cx="10834234" cy="612775"/>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1"/>
          <p:cNvSpPr txBox="1"/>
          <p:nvPr>
            <p:ph idx="1" type="body"/>
          </p:nvPr>
        </p:nvSpPr>
        <p:spPr>
          <a:xfrm>
            <a:off x="678884" y="1675075"/>
            <a:ext cx="10834234" cy="4398066"/>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171616"/>
              </a:buClr>
              <a:buSzPts val="2800"/>
              <a:buChar char="•"/>
              <a:defRPr>
                <a:solidFill>
                  <a:srgbClr val="171616"/>
                </a:solidFill>
              </a:defRPr>
            </a:lvl1pPr>
            <a:lvl2pPr indent="-381000" lvl="1" marL="914400" algn="l">
              <a:lnSpc>
                <a:spcPct val="90000"/>
              </a:lnSpc>
              <a:spcBef>
                <a:spcPts val="500"/>
              </a:spcBef>
              <a:spcAft>
                <a:spcPts val="0"/>
              </a:spcAft>
              <a:buClr>
                <a:srgbClr val="171616"/>
              </a:buClr>
              <a:buSzPts val="2400"/>
              <a:buChar char="•"/>
              <a:defRPr>
                <a:solidFill>
                  <a:srgbClr val="171616"/>
                </a:solidFill>
              </a:defRPr>
            </a:lvl2pPr>
            <a:lvl3pPr indent="-355600" lvl="2" marL="1371600" algn="l">
              <a:lnSpc>
                <a:spcPct val="90000"/>
              </a:lnSpc>
              <a:spcBef>
                <a:spcPts val="500"/>
              </a:spcBef>
              <a:spcAft>
                <a:spcPts val="0"/>
              </a:spcAft>
              <a:buClr>
                <a:srgbClr val="171616"/>
              </a:buClr>
              <a:buSzPts val="2000"/>
              <a:buChar char="•"/>
              <a:defRPr>
                <a:solidFill>
                  <a:srgbClr val="171616"/>
                </a:solidFill>
              </a:defRPr>
            </a:lvl3pPr>
            <a:lvl4pPr indent="-342900" lvl="3" marL="1828800" algn="l">
              <a:lnSpc>
                <a:spcPct val="90000"/>
              </a:lnSpc>
              <a:spcBef>
                <a:spcPts val="500"/>
              </a:spcBef>
              <a:spcAft>
                <a:spcPts val="0"/>
              </a:spcAft>
              <a:buClr>
                <a:srgbClr val="171616"/>
              </a:buClr>
              <a:buSzPts val="1800"/>
              <a:buChar char="•"/>
              <a:defRPr>
                <a:solidFill>
                  <a:srgbClr val="171616"/>
                </a:solidFill>
              </a:defRPr>
            </a:lvl4pPr>
            <a:lvl5pPr indent="-342900" lvl="4" marL="2286000" algn="l">
              <a:lnSpc>
                <a:spcPct val="90000"/>
              </a:lnSpc>
              <a:spcBef>
                <a:spcPts val="500"/>
              </a:spcBef>
              <a:spcAft>
                <a:spcPts val="0"/>
              </a:spcAft>
              <a:buClr>
                <a:srgbClr val="171616"/>
              </a:buClr>
              <a:buSzPts val="1800"/>
              <a:buChar char="•"/>
              <a:defRPr>
                <a:solidFill>
                  <a:srgbClr val="17161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p:cSld name="Vertical Title and Text">
    <p:spTree>
      <p:nvGrpSpPr>
        <p:cNvPr id="21" name="Shape 21"/>
        <p:cNvGrpSpPr/>
        <p:nvPr/>
      </p:nvGrpSpPr>
      <p:grpSpPr>
        <a:xfrm>
          <a:off x="0" y="0"/>
          <a:ext cx="0" cy="0"/>
          <a:chOff x="0" y="0"/>
          <a:chExt cx="0" cy="0"/>
        </a:xfrm>
      </p:grpSpPr>
      <p:pic>
        <p:nvPicPr>
          <p:cNvPr descr="Tech Background&quot; Images – Browse 8,227 Stock Photos, Vectors, and Video |  Adobe Stock" id="22" name="Google Shape;22;p15"/>
          <p:cNvPicPr preferRelativeResize="0"/>
          <p:nvPr/>
        </p:nvPicPr>
        <p:blipFill rotWithShape="1">
          <a:blip r:embed="rId2">
            <a:alphaModFix/>
          </a:blip>
          <a:srcRect b="1248" l="2351" r="1953" t="2331"/>
          <a:stretch/>
        </p:blipFill>
        <p:spPr>
          <a:xfrm>
            <a:off x="-21770" y="0"/>
            <a:ext cx="12213771" cy="6858000"/>
          </a:xfrm>
          <a:custGeom>
            <a:rect b="b" l="l" r="r" t="t"/>
            <a:pathLst>
              <a:path extrusionOk="0" h="6858000" w="12213771">
                <a:moveTo>
                  <a:pt x="0" y="0"/>
                </a:moveTo>
                <a:lnTo>
                  <a:pt x="12213771" y="0"/>
                </a:lnTo>
                <a:lnTo>
                  <a:pt x="12213771" y="6858000"/>
                </a:lnTo>
                <a:lnTo>
                  <a:pt x="0" y="6858000"/>
                </a:lnTo>
                <a:close/>
              </a:path>
            </a:pathLst>
          </a:custGeom>
          <a:noFill/>
          <a:ln>
            <a:noFill/>
          </a:ln>
        </p:spPr>
      </p:pic>
      <p:sp>
        <p:nvSpPr>
          <p:cNvPr id="23" name="Google Shape;23;p15"/>
          <p:cNvSpPr txBox="1"/>
          <p:nvPr>
            <p:ph type="title"/>
          </p:nvPr>
        </p:nvSpPr>
        <p:spPr>
          <a:xfrm>
            <a:off x="-21771" y="1832442"/>
            <a:ext cx="12213771" cy="2628900"/>
          </a:xfrm>
          <a:prstGeom prst="rect">
            <a:avLst/>
          </a:prstGeom>
          <a:noFill/>
          <a:ln>
            <a:noFill/>
          </a:ln>
        </p:spPr>
        <p:txBody>
          <a:bodyPr anchorCtr="0" anchor="ctr" bIns="0" lIns="0" spcFirstLastPara="1" rIns="0" wrap="square" tIns="0">
            <a:normAutofit/>
          </a:bodyPr>
          <a:lstStyle>
            <a:lvl1pPr lvl="0" algn="ctr">
              <a:lnSpc>
                <a:spcPct val="90000"/>
              </a:lnSpc>
              <a:spcBef>
                <a:spcPts val="0"/>
              </a:spcBef>
              <a:spcAft>
                <a:spcPts val="0"/>
              </a:spcAft>
              <a:buClr>
                <a:schemeClr val="lt1"/>
              </a:buClr>
              <a:buSzPts val="8000"/>
              <a:buFont typeface="Calibri"/>
              <a:buNone/>
              <a:defRPr sz="8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amp; Half">
  <p:cSld name="Half &amp; Half">
    <p:spTree>
      <p:nvGrpSpPr>
        <p:cNvPr id="24" name="Shape 24"/>
        <p:cNvGrpSpPr/>
        <p:nvPr/>
      </p:nvGrpSpPr>
      <p:grpSpPr>
        <a:xfrm>
          <a:off x="0" y="0"/>
          <a:ext cx="0" cy="0"/>
          <a:chOff x="0" y="0"/>
          <a:chExt cx="0" cy="0"/>
        </a:xfrm>
      </p:grpSpPr>
      <p:sp>
        <p:nvSpPr>
          <p:cNvPr id="25" name="Google Shape;25;p12"/>
          <p:cNvSpPr txBox="1"/>
          <p:nvPr>
            <p:ph type="title"/>
          </p:nvPr>
        </p:nvSpPr>
        <p:spPr>
          <a:xfrm>
            <a:off x="678881" y="603665"/>
            <a:ext cx="5107239" cy="612775"/>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2"/>
          <p:cNvSpPr txBox="1"/>
          <p:nvPr>
            <p:ph idx="1" type="body"/>
          </p:nvPr>
        </p:nvSpPr>
        <p:spPr>
          <a:xfrm>
            <a:off x="678881" y="1659836"/>
            <a:ext cx="5107239" cy="4398066"/>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171616"/>
              </a:buClr>
              <a:buSzPts val="2800"/>
              <a:buChar char="•"/>
              <a:defRPr>
                <a:solidFill>
                  <a:srgbClr val="171616"/>
                </a:solidFill>
              </a:defRPr>
            </a:lvl1pPr>
            <a:lvl2pPr indent="-381000" lvl="1" marL="914400" algn="l">
              <a:lnSpc>
                <a:spcPct val="90000"/>
              </a:lnSpc>
              <a:spcBef>
                <a:spcPts val="500"/>
              </a:spcBef>
              <a:spcAft>
                <a:spcPts val="0"/>
              </a:spcAft>
              <a:buClr>
                <a:srgbClr val="171616"/>
              </a:buClr>
              <a:buSzPts val="2400"/>
              <a:buChar char="•"/>
              <a:defRPr>
                <a:solidFill>
                  <a:srgbClr val="171616"/>
                </a:solidFill>
              </a:defRPr>
            </a:lvl2pPr>
            <a:lvl3pPr indent="-355600" lvl="2" marL="1371600" algn="l">
              <a:lnSpc>
                <a:spcPct val="90000"/>
              </a:lnSpc>
              <a:spcBef>
                <a:spcPts val="500"/>
              </a:spcBef>
              <a:spcAft>
                <a:spcPts val="0"/>
              </a:spcAft>
              <a:buClr>
                <a:srgbClr val="171616"/>
              </a:buClr>
              <a:buSzPts val="2000"/>
              <a:buChar char="•"/>
              <a:defRPr>
                <a:solidFill>
                  <a:srgbClr val="171616"/>
                </a:solidFill>
              </a:defRPr>
            </a:lvl3pPr>
            <a:lvl4pPr indent="-342900" lvl="3" marL="1828800" algn="l">
              <a:lnSpc>
                <a:spcPct val="90000"/>
              </a:lnSpc>
              <a:spcBef>
                <a:spcPts val="500"/>
              </a:spcBef>
              <a:spcAft>
                <a:spcPts val="0"/>
              </a:spcAft>
              <a:buClr>
                <a:srgbClr val="171616"/>
              </a:buClr>
              <a:buSzPts val="1800"/>
              <a:buChar char="•"/>
              <a:defRPr>
                <a:solidFill>
                  <a:srgbClr val="171616"/>
                </a:solidFill>
              </a:defRPr>
            </a:lvl4pPr>
            <a:lvl5pPr indent="-342900" lvl="4" marL="2286000" algn="l">
              <a:lnSpc>
                <a:spcPct val="90000"/>
              </a:lnSpc>
              <a:spcBef>
                <a:spcPts val="500"/>
              </a:spcBef>
              <a:spcAft>
                <a:spcPts val="0"/>
              </a:spcAft>
              <a:buClr>
                <a:srgbClr val="171616"/>
              </a:buClr>
              <a:buSzPts val="1800"/>
              <a:buChar char="•"/>
              <a:defRPr>
                <a:solidFill>
                  <a:srgbClr val="17161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12"/>
          <p:cNvSpPr/>
          <p:nvPr/>
        </p:nvSpPr>
        <p:spPr>
          <a:xfrm>
            <a:off x="6096000" y="0"/>
            <a:ext cx="6096000" cy="6858000"/>
          </a:xfrm>
          <a:prstGeom prst="rect">
            <a:avLst/>
          </a:prstGeom>
          <a:solidFill>
            <a:srgbClr val="1D1B58"/>
          </a:solidFill>
          <a:ln cap="flat" cmpd="sng" w="12700">
            <a:solidFill>
              <a:srgbClr val="1D1B5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8" name="Google Shape;28;p12"/>
          <p:cNvPicPr preferRelativeResize="0"/>
          <p:nvPr/>
        </p:nvPicPr>
        <p:blipFill rotWithShape="1">
          <a:blip r:embed="rId2">
            <a:alphaModFix/>
          </a:blip>
          <a:srcRect b="0" l="0" r="0" t="0"/>
          <a:stretch/>
        </p:blipFill>
        <p:spPr>
          <a:xfrm>
            <a:off x="9507412" y="6119532"/>
            <a:ext cx="1958148" cy="540347"/>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Third Flow Errow">
  <p:cSld name="One Third Flow Errow">
    <p:spTree>
      <p:nvGrpSpPr>
        <p:cNvPr id="29" name="Shape 29"/>
        <p:cNvGrpSpPr/>
        <p:nvPr/>
      </p:nvGrpSpPr>
      <p:grpSpPr>
        <a:xfrm>
          <a:off x="0" y="0"/>
          <a:ext cx="0" cy="0"/>
          <a:chOff x="0" y="0"/>
          <a:chExt cx="0" cy="0"/>
        </a:xfrm>
      </p:grpSpPr>
      <p:sp>
        <p:nvSpPr>
          <p:cNvPr id="30" name="Google Shape;30;p13"/>
          <p:cNvSpPr txBox="1"/>
          <p:nvPr>
            <p:ph type="title"/>
          </p:nvPr>
        </p:nvSpPr>
        <p:spPr>
          <a:xfrm>
            <a:off x="4455269" y="603666"/>
            <a:ext cx="7057847" cy="612775"/>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3"/>
          <p:cNvSpPr txBox="1"/>
          <p:nvPr>
            <p:ph idx="1" type="body"/>
          </p:nvPr>
        </p:nvSpPr>
        <p:spPr>
          <a:xfrm>
            <a:off x="4455269" y="1659835"/>
            <a:ext cx="7057847" cy="4398066"/>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171616"/>
              </a:buClr>
              <a:buSzPts val="2800"/>
              <a:buChar char="•"/>
              <a:defRPr>
                <a:solidFill>
                  <a:srgbClr val="171616"/>
                </a:solidFill>
              </a:defRPr>
            </a:lvl1pPr>
            <a:lvl2pPr indent="-381000" lvl="1" marL="914400" algn="l">
              <a:lnSpc>
                <a:spcPct val="90000"/>
              </a:lnSpc>
              <a:spcBef>
                <a:spcPts val="500"/>
              </a:spcBef>
              <a:spcAft>
                <a:spcPts val="0"/>
              </a:spcAft>
              <a:buClr>
                <a:srgbClr val="171616"/>
              </a:buClr>
              <a:buSzPts val="2400"/>
              <a:buChar char="•"/>
              <a:defRPr>
                <a:solidFill>
                  <a:srgbClr val="171616"/>
                </a:solidFill>
              </a:defRPr>
            </a:lvl2pPr>
            <a:lvl3pPr indent="-355600" lvl="2" marL="1371600" algn="l">
              <a:lnSpc>
                <a:spcPct val="90000"/>
              </a:lnSpc>
              <a:spcBef>
                <a:spcPts val="500"/>
              </a:spcBef>
              <a:spcAft>
                <a:spcPts val="0"/>
              </a:spcAft>
              <a:buClr>
                <a:srgbClr val="171616"/>
              </a:buClr>
              <a:buSzPts val="2000"/>
              <a:buChar char="•"/>
              <a:defRPr>
                <a:solidFill>
                  <a:srgbClr val="171616"/>
                </a:solidFill>
              </a:defRPr>
            </a:lvl3pPr>
            <a:lvl4pPr indent="-342900" lvl="3" marL="1828800" algn="l">
              <a:lnSpc>
                <a:spcPct val="90000"/>
              </a:lnSpc>
              <a:spcBef>
                <a:spcPts val="500"/>
              </a:spcBef>
              <a:spcAft>
                <a:spcPts val="0"/>
              </a:spcAft>
              <a:buClr>
                <a:srgbClr val="171616"/>
              </a:buClr>
              <a:buSzPts val="1800"/>
              <a:buChar char="•"/>
              <a:defRPr>
                <a:solidFill>
                  <a:srgbClr val="171616"/>
                </a:solidFill>
              </a:defRPr>
            </a:lvl4pPr>
            <a:lvl5pPr indent="-342900" lvl="4" marL="2286000" algn="l">
              <a:lnSpc>
                <a:spcPct val="90000"/>
              </a:lnSpc>
              <a:spcBef>
                <a:spcPts val="500"/>
              </a:spcBef>
              <a:spcAft>
                <a:spcPts val="0"/>
              </a:spcAft>
              <a:buClr>
                <a:srgbClr val="171616"/>
              </a:buClr>
              <a:buSzPts val="1800"/>
              <a:buChar char="•"/>
              <a:defRPr>
                <a:solidFill>
                  <a:srgbClr val="17161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3"/>
          <p:cNvSpPr/>
          <p:nvPr/>
        </p:nvSpPr>
        <p:spPr>
          <a:xfrm>
            <a:off x="1" y="0"/>
            <a:ext cx="4114800" cy="6858000"/>
          </a:xfrm>
          <a:prstGeom prst="homePlate">
            <a:avLst>
              <a:gd fmla="val 16049" name="adj"/>
            </a:avLst>
          </a:prstGeom>
          <a:solidFill>
            <a:srgbClr val="1D1B58"/>
          </a:solidFill>
          <a:ln cap="flat" cmpd="sng" w="12700">
            <a:solidFill>
              <a:srgbClr val="1D1B5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 name="Google Shape;33;p13"/>
          <p:cNvSpPr txBox="1"/>
          <p:nvPr/>
        </p:nvSpPr>
        <p:spPr>
          <a:xfrm>
            <a:off x="678882" y="3122614"/>
            <a:ext cx="2978720" cy="61277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3400"/>
              <a:buFont typeface="Calibri"/>
              <a:buNone/>
            </a:pPr>
            <a:r>
              <a:rPr b="1" i="0" lang="en-US" sz="3400" u="none" cap="none" strike="noStrike">
                <a:solidFill>
                  <a:schemeClr val="lt1"/>
                </a:solidFill>
                <a:latin typeface="Calibri"/>
                <a:ea typeface="Calibri"/>
                <a:cs typeface="Calibri"/>
                <a:sym typeface="Calibri"/>
              </a:rPr>
              <a:t>Click to edit Master title style</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4" name="Shape 34"/>
        <p:cNvGrpSpPr/>
        <p:nvPr/>
      </p:nvGrpSpPr>
      <p:grpSpPr>
        <a:xfrm>
          <a:off x="0" y="0"/>
          <a:ext cx="0" cy="0"/>
          <a:chOff x="0" y="0"/>
          <a:chExt cx="0" cy="0"/>
        </a:xfrm>
      </p:grpSpPr>
      <p:sp>
        <p:nvSpPr>
          <p:cNvPr id="35" name="Google Shape;35;p14"/>
          <p:cNvSpPr txBox="1"/>
          <p:nvPr>
            <p:ph type="title"/>
          </p:nvPr>
        </p:nvSpPr>
        <p:spPr>
          <a:xfrm>
            <a:off x="678883" y="1709738"/>
            <a:ext cx="10834234" cy="2852737"/>
          </a:xfrm>
          <a:prstGeom prst="rect">
            <a:avLst/>
          </a:prstGeom>
          <a:noFill/>
          <a:ln>
            <a:noFill/>
          </a:ln>
        </p:spPr>
        <p:txBody>
          <a:bodyPr anchorCtr="0" anchor="b" bIns="0" lIns="0" spcFirstLastPara="1" rIns="0" wrap="square" tIns="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4"/>
          <p:cNvSpPr txBox="1"/>
          <p:nvPr>
            <p:ph idx="1" type="body"/>
          </p:nvPr>
        </p:nvSpPr>
        <p:spPr>
          <a:xfrm>
            <a:off x="678883" y="4589464"/>
            <a:ext cx="10834234"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98990"/>
              </a:buClr>
              <a:buSzPts val="2400"/>
              <a:buNone/>
              <a:defRPr sz="2400">
                <a:solidFill>
                  <a:srgbClr val="898990"/>
                </a:solidFill>
              </a:defRPr>
            </a:lvl1pPr>
            <a:lvl2pPr indent="-228600" lvl="1" marL="914400" algn="l">
              <a:lnSpc>
                <a:spcPct val="90000"/>
              </a:lnSpc>
              <a:spcBef>
                <a:spcPts val="500"/>
              </a:spcBef>
              <a:spcAft>
                <a:spcPts val="0"/>
              </a:spcAft>
              <a:buClr>
                <a:srgbClr val="898990"/>
              </a:buClr>
              <a:buSzPts val="2000"/>
              <a:buNone/>
              <a:defRPr sz="2000">
                <a:solidFill>
                  <a:srgbClr val="898990"/>
                </a:solidFill>
              </a:defRPr>
            </a:lvl2pPr>
            <a:lvl3pPr indent="-228600" lvl="2" marL="1371600" algn="l">
              <a:lnSpc>
                <a:spcPct val="90000"/>
              </a:lnSpc>
              <a:spcBef>
                <a:spcPts val="500"/>
              </a:spcBef>
              <a:spcAft>
                <a:spcPts val="0"/>
              </a:spcAft>
              <a:buClr>
                <a:srgbClr val="898990"/>
              </a:buClr>
              <a:buSzPts val="1800"/>
              <a:buNone/>
              <a:defRPr sz="1800">
                <a:solidFill>
                  <a:srgbClr val="898990"/>
                </a:solidFill>
              </a:defRPr>
            </a:lvl3pPr>
            <a:lvl4pPr indent="-228600" lvl="3" marL="1828800" algn="l">
              <a:lnSpc>
                <a:spcPct val="90000"/>
              </a:lnSpc>
              <a:spcBef>
                <a:spcPts val="500"/>
              </a:spcBef>
              <a:spcAft>
                <a:spcPts val="0"/>
              </a:spcAft>
              <a:buClr>
                <a:srgbClr val="898990"/>
              </a:buClr>
              <a:buSzPts val="1600"/>
              <a:buNone/>
              <a:defRPr sz="1600">
                <a:solidFill>
                  <a:srgbClr val="898990"/>
                </a:solidFill>
              </a:defRPr>
            </a:lvl4pPr>
            <a:lvl5pPr indent="-228600" lvl="4" marL="2286000" algn="l">
              <a:lnSpc>
                <a:spcPct val="90000"/>
              </a:lnSpc>
              <a:spcBef>
                <a:spcPts val="500"/>
              </a:spcBef>
              <a:spcAft>
                <a:spcPts val="0"/>
              </a:spcAft>
              <a:buClr>
                <a:srgbClr val="898990"/>
              </a:buClr>
              <a:buSzPts val="1600"/>
              <a:buNone/>
              <a:defRPr sz="1600">
                <a:solidFill>
                  <a:srgbClr val="898990"/>
                </a:solidFill>
              </a:defRPr>
            </a:lvl5pPr>
            <a:lvl6pPr indent="-228600" lvl="5" marL="2743200" algn="l">
              <a:lnSpc>
                <a:spcPct val="90000"/>
              </a:lnSpc>
              <a:spcBef>
                <a:spcPts val="500"/>
              </a:spcBef>
              <a:spcAft>
                <a:spcPts val="0"/>
              </a:spcAft>
              <a:buClr>
                <a:srgbClr val="898990"/>
              </a:buClr>
              <a:buSzPts val="1600"/>
              <a:buNone/>
              <a:defRPr sz="1600">
                <a:solidFill>
                  <a:srgbClr val="898990"/>
                </a:solidFill>
              </a:defRPr>
            </a:lvl6pPr>
            <a:lvl7pPr indent="-228600" lvl="6" marL="3200400" algn="l">
              <a:lnSpc>
                <a:spcPct val="90000"/>
              </a:lnSpc>
              <a:spcBef>
                <a:spcPts val="500"/>
              </a:spcBef>
              <a:spcAft>
                <a:spcPts val="0"/>
              </a:spcAft>
              <a:buClr>
                <a:srgbClr val="898990"/>
              </a:buClr>
              <a:buSzPts val="1600"/>
              <a:buNone/>
              <a:defRPr sz="1600">
                <a:solidFill>
                  <a:srgbClr val="898990"/>
                </a:solidFill>
              </a:defRPr>
            </a:lvl7pPr>
            <a:lvl8pPr indent="-228600" lvl="7" marL="3657600" algn="l">
              <a:lnSpc>
                <a:spcPct val="90000"/>
              </a:lnSpc>
              <a:spcBef>
                <a:spcPts val="500"/>
              </a:spcBef>
              <a:spcAft>
                <a:spcPts val="0"/>
              </a:spcAft>
              <a:buClr>
                <a:srgbClr val="898990"/>
              </a:buClr>
              <a:buSzPts val="1600"/>
              <a:buNone/>
              <a:defRPr sz="1600">
                <a:solidFill>
                  <a:srgbClr val="898990"/>
                </a:solidFill>
              </a:defRPr>
            </a:lvl8pPr>
            <a:lvl9pPr indent="-228600" lvl="8" marL="4114800" algn="l">
              <a:lnSpc>
                <a:spcPct val="90000"/>
              </a:lnSpc>
              <a:spcBef>
                <a:spcPts val="500"/>
              </a:spcBef>
              <a:spcAft>
                <a:spcPts val="0"/>
              </a:spcAft>
              <a:buClr>
                <a:srgbClr val="898990"/>
              </a:buClr>
              <a:buSzPts val="1600"/>
              <a:buNone/>
              <a:defRPr sz="1600">
                <a:solidFill>
                  <a:srgbClr val="898990"/>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Third">
  <p:cSld name="One Third">
    <p:spTree>
      <p:nvGrpSpPr>
        <p:cNvPr id="37" name="Shape 37"/>
        <p:cNvGrpSpPr/>
        <p:nvPr/>
      </p:nvGrpSpPr>
      <p:grpSpPr>
        <a:xfrm>
          <a:off x="0" y="0"/>
          <a:ext cx="0" cy="0"/>
          <a:chOff x="0" y="0"/>
          <a:chExt cx="0" cy="0"/>
        </a:xfrm>
      </p:grpSpPr>
      <p:sp>
        <p:nvSpPr>
          <p:cNvPr id="38" name="Google Shape;38;p16"/>
          <p:cNvSpPr txBox="1"/>
          <p:nvPr>
            <p:ph idx="1" type="body"/>
          </p:nvPr>
        </p:nvSpPr>
        <p:spPr>
          <a:xfrm>
            <a:off x="4455269" y="603666"/>
            <a:ext cx="7057847" cy="5454235"/>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171616"/>
              </a:buClr>
              <a:buSzPts val="2800"/>
              <a:buChar char="•"/>
              <a:defRPr>
                <a:solidFill>
                  <a:srgbClr val="171616"/>
                </a:solidFill>
              </a:defRPr>
            </a:lvl1pPr>
            <a:lvl2pPr indent="-381000" lvl="1" marL="914400" algn="l">
              <a:lnSpc>
                <a:spcPct val="90000"/>
              </a:lnSpc>
              <a:spcBef>
                <a:spcPts val="500"/>
              </a:spcBef>
              <a:spcAft>
                <a:spcPts val="0"/>
              </a:spcAft>
              <a:buClr>
                <a:srgbClr val="171616"/>
              </a:buClr>
              <a:buSzPts val="2400"/>
              <a:buChar char="•"/>
              <a:defRPr>
                <a:solidFill>
                  <a:srgbClr val="171616"/>
                </a:solidFill>
              </a:defRPr>
            </a:lvl2pPr>
            <a:lvl3pPr indent="-355600" lvl="2" marL="1371600" algn="l">
              <a:lnSpc>
                <a:spcPct val="90000"/>
              </a:lnSpc>
              <a:spcBef>
                <a:spcPts val="500"/>
              </a:spcBef>
              <a:spcAft>
                <a:spcPts val="0"/>
              </a:spcAft>
              <a:buClr>
                <a:srgbClr val="171616"/>
              </a:buClr>
              <a:buSzPts val="2000"/>
              <a:buChar char="•"/>
              <a:defRPr>
                <a:solidFill>
                  <a:srgbClr val="171616"/>
                </a:solidFill>
              </a:defRPr>
            </a:lvl3pPr>
            <a:lvl4pPr indent="-342900" lvl="3" marL="1828800" algn="l">
              <a:lnSpc>
                <a:spcPct val="90000"/>
              </a:lnSpc>
              <a:spcBef>
                <a:spcPts val="500"/>
              </a:spcBef>
              <a:spcAft>
                <a:spcPts val="0"/>
              </a:spcAft>
              <a:buClr>
                <a:srgbClr val="171616"/>
              </a:buClr>
              <a:buSzPts val="1800"/>
              <a:buChar char="•"/>
              <a:defRPr>
                <a:solidFill>
                  <a:srgbClr val="171616"/>
                </a:solidFill>
              </a:defRPr>
            </a:lvl4pPr>
            <a:lvl5pPr indent="-342900" lvl="4" marL="2286000" algn="l">
              <a:lnSpc>
                <a:spcPct val="90000"/>
              </a:lnSpc>
              <a:spcBef>
                <a:spcPts val="500"/>
              </a:spcBef>
              <a:spcAft>
                <a:spcPts val="0"/>
              </a:spcAft>
              <a:buClr>
                <a:srgbClr val="171616"/>
              </a:buClr>
              <a:buSzPts val="1800"/>
              <a:buChar char="•"/>
              <a:defRPr>
                <a:solidFill>
                  <a:srgbClr val="17161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16"/>
          <p:cNvSpPr/>
          <p:nvPr/>
        </p:nvSpPr>
        <p:spPr>
          <a:xfrm>
            <a:off x="1" y="0"/>
            <a:ext cx="4114800" cy="6858000"/>
          </a:xfrm>
          <a:prstGeom prst="rect">
            <a:avLst/>
          </a:prstGeom>
          <a:solidFill>
            <a:srgbClr val="1D1B58"/>
          </a:solidFill>
          <a:ln cap="flat" cmpd="sng" w="12700">
            <a:solidFill>
              <a:srgbClr val="1D1B5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 name="Google Shape;40;p16"/>
          <p:cNvSpPr txBox="1"/>
          <p:nvPr>
            <p:ph type="title"/>
          </p:nvPr>
        </p:nvSpPr>
        <p:spPr>
          <a:xfrm>
            <a:off x="838202" y="2049670"/>
            <a:ext cx="2743200" cy="2562226"/>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lt1"/>
              </a:buClr>
              <a:buSzPts val="3400"/>
              <a:buFont typeface="Calibri"/>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One Third">
  <p:cSld name="1_One Third">
    <p:spTree>
      <p:nvGrpSpPr>
        <p:cNvPr id="41" name="Shape 41"/>
        <p:cNvGrpSpPr/>
        <p:nvPr/>
      </p:nvGrpSpPr>
      <p:grpSpPr>
        <a:xfrm>
          <a:off x="0" y="0"/>
          <a:ext cx="0" cy="0"/>
          <a:chOff x="0" y="0"/>
          <a:chExt cx="0" cy="0"/>
        </a:xfrm>
      </p:grpSpPr>
      <p:sp>
        <p:nvSpPr>
          <p:cNvPr id="42" name="Google Shape;42;p17"/>
          <p:cNvSpPr txBox="1"/>
          <p:nvPr>
            <p:ph type="title"/>
          </p:nvPr>
        </p:nvSpPr>
        <p:spPr>
          <a:xfrm>
            <a:off x="678882" y="603666"/>
            <a:ext cx="7055274" cy="612775"/>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7"/>
          <p:cNvSpPr txBox="1"/>
          <p:nvPr>
            <p:ph idx="1" type="body"/>
          </p:nvPr>
        </p:nvSpPr>
        <p:spPr>
          <a:xfrm>
            <a:off x="678882" y="1659835"/>
            <a:ext cx="7055274" cy="4398066"/>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171616"/>
              </a:buClr>
              <a:buSzPts val="2800"/>
              <a:buChar char="•"/>
              <a:defRPr>
                <a:solidFill>
                  <a:srgbClr val="171616"/>
                </a:solidFill>
              </a:defRPr>
            </a:lvl1pPr>
            <a:lvl2pPr indent="-381000" lvl="1" marL="914400" algn="l">
              <a:lnSpc>
                <a:spcPct val="90000"/>
              </a:lnSpc>
              <a:spcBef>
                <a:spcPts val="500"/>
              </a:spcBef>
              <a:spcAft>
                <a:spcPts val="0"/>
              </a:spcAft>
              <a:buClr>
                <a:srgbClr val="171616"/>
              </a:buClr>
              <a:buSzPts val="2400"/>
              <a:buChar char="•"/>
              <a:defRPr>
                <a:solidFill>
                  <a:srgbClr val="171616"/>
                </a:solidFill>
              </a:defRPr>
            </a:lvl2pPr>
            <a:lvl3pPr indent="-355600" lvl="2" marL="1371600" algn="l">
              <a:lnSpc>
                <a:spcPct val="90000"/>
              </a:lnSpc>
              <a:spcBef>
                <a:spcPts val="500"/>
              </a:spcBef>
              <a:spcAft>
                <a:spcPts val="0"/>
              </a:spcAft>
              <a:buClr>
                <a:srgbClr val="171616"/>
              </a:buClr>
              <a:buSzPts val="2000"/>
              <a:buChar char="•"/>
              <a:defRPr>
                <a:solidFill>
                  <a:srgbClr val="171616"/>
                </a:solidFill>
              </a:defRPr>
            </a:lvl3pPr>
            <a:lvl4pPr indent="-342900" lvl="3" marL="1828800" algn="l">
              <a:lnSpc>
                <a:spcPct val="90000"/>
              </a:lnSpc>
              <a:spcBef>
                <a:spcPts val="500"/>
              </a:spcBef>
              <a:spcAft>
                <a:spcPts val="0"/>
              </a:spcAft>
              <a:buClr>
                <a:srgbClr val="171616"/>
              </a:buClr>
              <a:buSzPts val="1800"/>
              <a:buChar char="•"/>
              <a:defRPr>
                <a:solidFill>
                  <a:srgbClr val="171616"/>
                </a:solidFill>
              </a:defRPr>
            </a:lvl4pPr>
            <a:lvl5pPr indent="-342900" lvl="4" marL="2286000" algn="l">
              <a:lnSpc>
                <a:spcPct val="90000"/>
              </a:lnSpc>
              <a:spcBef>
                <a:spcPts val="500"/>
              </a:spcBef>
              <a:spcAft>
                <a:spcPts val="0"/>
              </a:spcAft>
              <a:buClr>
                <a:srgbClr val="171616"/>
              </a:buClr>
              <a:buSzPts val="1800"/>
              <a:buChar char="•"/>
              <a:defRPr>
                <a:solidFill>
                  <a:srgbClr val="17161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7"/>
          <p:cNvSpPr/>
          <p:nvPr/>
        </p:nvSpPr>
        <p:spPr>
          <a:xfrm>
            <a:off x="8077201" y="0"/>
            <a:ext cx="4114800" cy="6858000"/>
          </a:xfrm>
          <a:prstGeom prst="rect">
            <a:avLst/>
          </a:prstGeom>
          <a:solidFill>
            <a:srgbClr val="1D1B58"/>
          </a:solidFill>
          <a:ln cap="flat" cmpd="sng" w="12700">
            <a:solidFill>
              <a:srgbClr val="1D1B5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45" name="Google Shape;45;p17"/>
          <p:cNvPicPr preferRelativeResize="0"/>
          <p:nvPr/>
        </p:nvPicPr>
        <p:blipFill rotWithShape="1">
          <a:blip r:embed="rId2">
            <a:alphaModFix/>
          </a:blip>
          <a:srcRect b="0" l="0" r="0" t="0"/>
          <a:stretch/>
        </p:blipFill>
        <p:spPr>
          <a:xfrm>
            <a:off x="9507412" y="6119532"/>
            <a:ext cx="1958148" cy="540347"/>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One Third">
  <p:cSld name="4_One Third">
    <p:spTree>
      <p:nvGrpSpPr>
        <p:cNvPr id="46" name="Shape 46"/>
        <p:cNvGrpSpPr/>
        <p:nvPr/>
      </p:nvGrpSpPr>
      <p:grpSpPr>
        <a:xfrm>
          <a:off x="0" y="0"/>
          <a:ext cx="0" cy="0"/>
          <a:chOff x="0" y="0"/>
          <a:chExt cx="0" cy="0"/>
        </a:xfrm>
      </p:grpSpPr>
      <p:sp>
        <p:nvSpPr>
          <p:cNvPr id="47" name="Google Shape;47;p18"/>
          <p:cNvSpPr txBox="1"/>
          <p:nvPr/>
        </p:nvSpPr>
        <p:spPr>
          <a:xfrm>
            <a:off x="838200" y="3122614"/>
            <a:ext cx="2819401" cy="61277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1D1B58"/>
              </a:buClr>
              <a:buSzPts val="3400"/>
              <a:buFont typeface="Calibri"/>
              <a:buNone/>
            </a:pPr>
            <a:r>
              <a:rPr b="1" i="0" lang="en-US" sz="3400" u="none" cap="none" strike="noStrike">
                <a:solidFill>
                  <a:srgbClr val="1D1B58"/>
                </a:solidFill>
                <a:latin typeface="Calibri"/>
                <a:ea typeface="Calibri"/>
                <a:cs typeface="Calibri"/>
                <a:sym typeface="Calibri"/>
              </a:rPr>
              <a:t>Click to edit Master title style</a:t>
            </a:r>
            <a:endParaRPr b="0" i="0" sz="1400" u="none" cap="none" strike="noStrike">
              <a:solidFill>
                <a:srgbClr val="000000"/>
              </a:solidFill>
              <a:latin typeface="Arial"/>
              <a:ea typeface="Arial"/>
              <a:cs typeface="Arial"/>
              <a:sym typeface="Arial"/>
            </a:endParaRPr>
          </a:p>
        </p:txBody>
      </p:sp>
      <p:sp>
        <p:nvSpPr>
          <p:cNvPr id="48" name="Google Shape;48;p18"/>
          <p:cNvSpPr/>
          <p:nvPr/>
        </p:nvSpPr>
        <p:spPr>
          <a:xfrm>
            <a:off x="3454417" y="0"/>
            <a:ext cx="8737584" cy="6858000"/>
          </a:xfrm>
          <a:custGeom>
            <a:rect b="b" l="l" r="r" t="t"/>
            <a:pathLst>
              <a:path extrusionOk="0" h="6858000" w="9601184">
                <a:moveTo>
                  <a:pt x="0" y="0"/>
                </a:moveTo>
                <a:lnTo>
                  <a:pt x="9601184" y="0"/>
                </a:lnTo>
                <a:lnTo>
                  <a:pt x="9601184" y="6858000"/>
                </a:lnTo>
                <a:lnTo>
                  <a:pt x="0" y="6858000"/>
                </a:lnTo>
                <a:lnTo>
                  <a:pt x="660384" y="3429000"/>
                </a:lnTo>
                <a:lnTo>
                  <a:pt x="0" y="0"/>
                </a:lnTo>
                <a:close/>
              </a:path>
            </a:pathLst>
          </a:custGeom>
          <a:solidFill>
            <a:srgbClr val="1D1B5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 name="Google Shape;49;p18"/>
          <p:cNvSpPr txBox="1"/>
          <p:nvPr>
            <p:ph type="title"/>
          </p:nvPr>
        </p:nvSpPr>
        <p:spPr>
          <a:xfrm>
            <a:off x="4455269" y="603666"/>
            <a:ext cx="7057847" cy="612775"/>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lt1"/>
              </a:buClr>
              <a:buSzPts val="3400"/>
              <a:buFont typeface="Calibri"/>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18"/>
          <p:cNvSpPr txBox="1"/>
          <p:nvPr>
            <p:ph idx="1" type="body"/>
          </p:nvPr>
        </p:nvSpPr>
        <p:spPr>
          <a:xfrm>
            <a:off x="4455269" y="1659835"/>
            <a:ext cx="7057847" cy="4398066"/>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51" name="Google Shape;51;p18"/>
          <p:cNvPicPr preferRelativeResize="0"/>
          <p:nvPr/>
        </p:nvPicPr>
        <p:blipFill rotWithShape="1">
          <a:blip r:embed="rId2">
            <a:alphaModFix/>
          </a:blip>
          <a:srcRect b="0" l="0" r="0" t="0"/>
          <a:stretch/>
        </p:blipFill>
        <p:spPr>
          <a:xfrm>
            <a:off x="9507412" y="6119532"/>
            <a:ext cx="1958148" cy="540347"/>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One Third">
  <p:cSld name="3_One Third">
    <p:spTree>
      <p:nvGrpSpPr>
        <p:cNvPr id="52" name="Shape 52"/>
        <p:cNvGrpSpPr/>
        <p:nvPr/>
      </p:nvGrpSpPr>
      <p:grpSpPr>
        <a:xfrm>
          <a:off x="0" y="0"/>
          <a:ext cx="0" cy="0"/>
          <a:chOff x="0" y="0"/>
          <a:chExt cx="0" cy="0"/>
        </a:xfrm>
      </p:grpSpPr>
      <p:sp>
        <p:nvSpPr>
          <p:cNvPr id="53" name="Google Shape;53;p19"/>
          <p:cNvSpPr txBox="1"/>
          <p:nvPr>
            <p:ph type="title"/>
          </p:nvPr>
        </p:nvSpPr>
        <p:spPr>
          <a:xfrm>
            <a:off x="678882" y="603666"/>
            <a:ext cx="6687118" cy="612775"/>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9"/>
          <p:cNvSpPr txBox="1"/>
          <p:nvPr>
            <p:ph idx="1" type="body"/>
          </p:nvPr>
        </p:nvSpPr>
        <p:spPr>
          <a:xfrm>
            <a:off x="678882" y="1659835"/>
            <a:ext cx="6687118" cy="4398066"/>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171616"/>
              </a:buClr>
              <a:buSzPts val="2800"/>
              <a:buChar char="•"/>
              <a:defRPr>
                <a:solidFill>
                  <a:srgbClr val="171616"/>
                </a:solidFill>
              </a:defRPr>
            </a:lvl1pPr>
            <a:lvl2pPr indent="-381000" lvl="1" marL="914400" algn="l">
              <a:lnSpc>
                <a:spcPct val="90000"/>
              </a:lnSpc>
              <a:spcBef>
                <a:spcPts val="500"/>
              </a:spcBef>
              <a:spcAft>
                <a:spcPts val="0"/>
              </a:spcAft>
              <a:buClr>
                <a:srgbClr val="171616"/>
              </a:buClr>
              <a:buSzPts val="2400"/>
              <a:buChar char="•"/>
              <a:defRPr>
                <a:solidFill>
                  <a:srgbClr val="171616"/>
                </a:solidFill>
              </a:defRPr>
            </a:lvl2pPr>
            <a:lvl3pPr indent="-355600" lvl="2" marL="1371600" algn="l">
              <a:lnSpc>
                <a:spcPct val="90000"/>
              </a:lnSpc>
              <a:spcBef>
                <a:spcPts val="500"/>
              </a:spcBef>
              <a:spcAft>
                <a:spcPts val="0"/>
              </a:spcAft>
              <a:buClr>
                <a:srgbClr val="171616"/>
              </a:buClr>
              <a:buSzPts val="2000"/>
              <a:buChar char="•"/>
              <a:defRPr>
                <a:solidFill>
                  <a:srgbClr val="171616"/>
                </a:solidFill>
              </a:defRPr>
            </a:lvl3pPr>
            <a:lvl4pPr indent="-342900" lvl="3" marL="1828800" algn="l">
              <a:lnSpc>
                <a:spcPct val="90000"/>
              </a:lnSpc>
              <a:spcBef>
                <a:spcPts val="500"/>
              </a:spcBef>
              <a:spcAft>
                <a:spcPts val="0"/>
              </a:spcAft>
              <a:buClr>
                <a:srgbClr val="171616"/>
              </a:buClr>
              <a:buSzPts val="1800"/>
              <a:buChar char="•"/>
              <a:defRPr>
                <a:solidFill>
                  <a:srgbClr val="171616"/>
                </a:solidFill>
              </a:defRPr>
            </a:lvl4pPr>
            <a:lvl5pPr indent="-342900" lvl="4" marL="2286000" algn="l">
              <a:lnSpc>
                <a:spcPct val="90000"/>
              </a:lnSpc>
              <a:spcBef>
                <a:spcPts val="500"/>
              </a:spcBef>
              <a:spcAft>
                <a:spcPts val="0"/>
              </a:spcAft>
              <a:buClr>
                <a:srgbClr val="171616"/>
              </a:buClr>
              <a:buSzPts val="1800"/>
              <a:buChar char="•"/>
              <a:defRPr>
                <a:solidFill>
                  <a:srgbClr val="17161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19"/>
          <p:cNvSpPr txBox="1"/>
          <p:nvPr/>
        </p:nvSpPr>
        <p:spPr>
          <a:xfrm>
            <a:off x="8567565" y="3064248"/>
            <a:ext cx="3314556" cy="61277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3400"/>
              <a:buFont typeface="Calibri"/>
              <a:buNone/>
            </a:pPr>
            <a:r>
              <a:rPr b="1" i="0" lang="en-US" sz="3400" u="none" cap="none" strike="noStrike">
                <a:solidFill>
                  <a:schemeClr val="lt1"/>
                </a:solidFill>
                <a:latin typeface="Calibri"/>
                <a:ea typeface="Calibri"/>
                <a:cs typeface="Calibri"/>
                <a:sym typeface="Calibri"/>
              </a:rPr>
              <a:t>Click to edit Master title style</a:t>
            </a:r>
            <a:endParaRPr b="0" i="0" sz="1400" u="none" cap="none" strike="noStrike">
              <a:solidFill>
                <a:srgbClr val="000000"/>
              </a:solidFill>
              <a:latin typeface="Arial"/>
              <a:ea typeface="Arial"/>
              <a:cs typeface="Arial"/>
              <a:sym typeface="Arial"/>
            </a:endParaRPr>
          </a:p>
        </p:txBody>
      </p:sp>
      <p:sp>
        <p:nvSpPr>
          <p:cNvPr id="56" name="Google Shape;56;p19"/>
          <p:cNvSpPr/>
          <p:nvPr/>
        </p:nvSpPr>
        <p:spPr>
          <a:xfrm>
            <a:off x="7543800" y="0"/>
            <a:ext cx="4648201" cy="6858000"/>
          </a:xfrm>
          <a:custGeom>
            <a:rect b="b" l="l" r="r" t="t"/>
            <a:pathLst>
              <a:path extrusionOk="0" h="6858000" w="3818882">
                <a:moveTo>
                  <a:pt x="0" y="0"/>
                </a:moveTo>
                <a:lnTo>
                  <a:pt x="3818882" y="0"/>
                </a:lnTo>
                <a:lnTo>
                  <a:pt x="3818882" y="6858000"/>
                </a:lnTo>
                <a:lnTo>
                  <a:pt x="0" y="6858000"/>
                </a:lnTo>
                <a:lnTo>
                  <a:pt x="796282" y="3429000"/>
                </a:lnTo>
                <a:lnTo>
                  <a:pt x="0" y="0"/>
                </a:lnTo>
                <a:close/>
              </a:path>
            </a:pathLst>
          </a:custGeom>
          <a:solidFill>
            <a:srgbClr val="1D1B5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57" name="Google Shape;57;p19"/>
          <p:cNvPicPr preferRelativeResize="0"/>
          <p:nvPr/>
        </p:nvPicPr>
        <p:blipFill rotWithShape="1">
          <a:blip r:embed="rId2">
            <a:alphaModFix/>
          </a:blip>
          <a:srcRect b="0" l="0" r="0" t="0"/>
          <a:stretch/>
        </p:blipFill>
        <p:spPr>
          <a:xfrm>
            <a:off x="9507412" y="6119532"/>
            <a:ext cx="1958148" cy="540347"/>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58" name="Shape 58"/>
        <p:cNvGrpSpPr/>
        <p:nvPr/>
      </p:nvGrpSpPr>
      <p:grpSpPr>
        <a:xfrm>
          <a:off x="0" y="0"/>
          <a:ext cx="0" cy="0"/>
          <a:chOff x="0" y="0"/>
          <a:chExt cx="0" cy="0"/>
        </a:xfrm>
      </p:grpSpPr>
      <p:sp>
        <p:nvSpPr>
          <p:cNvPr id="59" name="Google Shape;59;p20"/>
          <p:cNvSpPr txBox="1"/>
          <p:nvPr>
            <p:ph type="title"/>
          </p:nvPr>
        </p:nvSpPr>
        <p:spPr>
          <a:xfrm>
            <a:off x="678881" y="603666"/>
            <a:ext cx="10834233" cy="612775"/>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0"/>
          <p:cNvSpPr txBox="1"/>
          <p:nvPr>
            <p:ph idx="1" type="body"/>
          </p:nvPr>
        </p:nvSpPr>
        <p:spPr>
          <a:xfrm>
            <a:off x="678881" y="1659835"/>
            <a:ext cx="5340919" cy="4399442"/>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171616"/>
              </a:buClr>
              <a:buSzPts val="2800"/>
              <a:buChar char="•"/>
              <a:defRPr>
                <a:solidFill>
                  <a:srgbClr val="171616"/>
                </a:solidFill>
              </a:defRPr>
            </a:lvl1pPr>
            <a:lvl2pPr indent="-381000" lvl="1" marL="914400" algn="l">
              <a:lnSpc>
                <a:spcPct val="90000"/>
              </a:lnSpc>
              <a:spcBef>
                <a:spcPts val="500"/>
              </a:spcBef>
              <a:spcAft>
                <a:spcPts val="0"/>
              </a:spcAft>
              <a:buClr>
                <a:srgbClr val="171616"/>
              </a:buClr>
              <a:buSzPts val="2400"/>
              <a:buChar char="•"/>
              <a:defRPr>
                <a:solidFill>
                  <a:srgbClr val="171616"/>
                </a:solidFill>
              </a:defRPr>
            </a:lvl2pPr>
            <a:lvl3pPr indent="-355600" lvl="2" marL="1371600" algn="l">
              <a:lnSpc>
                <a:spcPct val="90000"/>
              </a:lnSpc>
              <a:spcBef>
                <a:spcPts val="500"/>
              </a:spcBef>
              <a:spcAft>
                <a:spcPts val="0"/>
              </a:spcAft>
              <a:buClr>
                <a:srgbClr val="171616"/>
              </a:buClr>
              <a:buSzPts val="2000"/>
              <a:buChar char="•"/>
              <a:defRPr>
                <a:solidFill>
                  <a:srgbClr val="171616"/>
                </a:solidFill>
              </a:defRPr>
            </a:lvl3pPr>
            <a:lvl4pPr indent="-342900" lvl="3" marL="1828800" algn="l">
              <a:lnSpc>
                <a:spcPct val="90000"/>
              </a:lnSpc>
              <a:spcBef>
                <a:spcPts val="500"/>
              </a:spcBef>
              <a:spcAft>
                <a:spcPts val="0"/>
              </a:spcAft>
              <a:buClr>
                <a:srgbClr val="171616"/>
              </a:buClr>
              <a:buSzPts val="1800"/>
              <a:buChar char="•"/>
              <a:defRPr>
                <a:solidFill>
                  <a:srgbClr val="171616"/>
                </a:solidFill>
              </a:defRPr>
            </a:lvl4pPr>
            <a:lvl5pPr indent="-342900" lvl="4" marL="2286000" algn="l">
              <a:lnSpc>
                <a:spcPct val="90000"/>
              </a:lnSpc>
              <a:spcBef>
                <a:spcPts val="500"/>
              </a:spcBef>
              <a:spcAft>
                <a:spcPts val="0"/>
              </a:spcAft>
              <a:buClr>
                <a:srgbClr val="171616"/>
              </a:buClr>
              <a:buSzPts val="1800"/>
              <a:buChar char="•"/>
              <a:defRPr>
                <a:solidFill>
                  <a:srgbClr val="17161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20"/>
          <p:cNvSpPr txBox="1"/>
          <p:nvPr>
            <p:ph idx="2" type="body"/>
          </p:nvPr>
        </p:nvSpPr>
        <p:spPr>
          <a:xfrm>
            <a:off x="6172199" y="1659835"/>
            <a:ext cx="5340917" cy="4399442"/>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171616"/>
              </a:buClr>
              <a:buSzPts val="2800"/>
              <a:buChar char="•"/>
              <a:defRPr>
                <a:solidFill>
                  <a:srgbClr val="171616"/>
                </a:solidFill>
              </a:defRPr>
            </a:lvl1pPr>
            <a:lvl2pPr indent="-381000" lvl="1" marL="914400" algn="l">
              <a:lnSpc>
                <a:spcPct val="90000"/>
              </a:lnSpc>
              <a:spcBef>
                <a:spcPts val="500"/>
              </a:spcBef>
              <a:spcAft>
                <a:spcPts val="0"/>
              </a:spcAft>
              <a:buClr>
                <a:srgbClr val="171616"/>
              </a:buClr>
              <a:buSzPts val="2400"/>
              <a:buChar char="•"/>
              <a:defRPr>
                <a:solidFill>
                  <a:srgbClr val="171616"/>
                </a:solidFill>
              </a:defRPr>
            </a:lvl2pPr>
            <a:lvl3pPr indent="-355600" lvl="2" marL="1371600" algn="l">
              <a:lnSpc>
                <a:spcPct val="90000"/>
              </a:lnSpc>
              <a:spcBef>
                <a:spcPts val="500"/>
              </a:spcBef>
              <a:spcAft>
                <a:spcPts val="0"/>
              </a:spcAft>
              <a:buClr>
                <a:srgbClr val="171616"/>
              </a:buClr>
              <a:buSzPts val="2000"/>
              <a:buChar char="•"/>
              <a:defRPr>
                <a:solidFill>
                  <a:srgbClr val="171616"/>
                </a:solidFill>
              </a:defRPr>
            </a:lvl3pPr>
            <a:lvl4pPr indent="-342900" lvl="3" marL="1828800" algn="l">
              <a:lnSpc>
                <a:spcPct val="90000"/>
              </a:lnSpc>
              <a:spcBef>
                <a:spcPts val="500"/>
              </a:spcBef>
              <a:spcAft>
                <a:spcPts val="0"/>
              </a:spcAft>
              <a:buClr>
                <a:srgbClr val="171616"/>
              </a:buClr>
              <a:buSzPts val="1800"/>
              <a:buChar char="•"/>
              <a:defRPr>
                <a:solidFill>
                  <a:srgbClr val="171616"/>
                </a:solidFill>
              </a:defRPr>
            </a:lvl4pPr>
            <a:lvl5pPr indent="-342900" lvl="4" marL="2286000" algn="l">
              <a:lnSpc>
                <a:spcPct val="90000"/>
              </a:lnSpc>
              <a:spcBef>
                <a:spcPts val="500"/>
              </a:spcBef>
              <a:spcAft>
                <a:spcPts val="0"/>
              </a:spcAft>
              <a:buClr>
                <a:srgbClr val="171616"/>
              </a:buClr>
              <a:buSzPts val="1800"/>
              <a:buChar char="•"/>
              <a:defRPr>
                <a:solidFill>
                  <a:srgbClr val="17161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62" name="Shape 62"/>
        <p:cNvGrpSpPr/>
        <p:nvPr/>
      </p:nvGrpSpPr>
      <p:grpSpPr>
        <a:xfrm>
          <a:off x="0" y="0"/>
          <a:ext cx="0" cy="0"/>
          <a:chOff x="0" y="0"/>
          <a:chExt cx="0" cy="0"/>
        </a:xfrm>
      </p:grpSpPr>
      <p:sp>
        <p:nvSpPr>
          <p:cNvPr id="63" name="Google Shape;63;p21"/>
          <p:cNvSpPr txBox="1"/>
          <p:nvPr>
            <p:ph type="title"/>
          </p:nvPr>
        </p:nvSpPr>
        <p:spPr>
          <a:xfrm>
            <a:off x="678881" y="603665"/>
            <a:ext cx="10834234" cy="612775"/>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1"/>
          <p:cNvSpPr txBox="1"/>
          <p:nvPr>
            <p:ph idx="1" type="body"/>
          </p:nvPr>
        </p:nvSpPr>
        <p:spPr>
          <a:xfrm>
            <a:off x="678881" y="1659834"/>
            <a:ext cx="5318693" cy="655349"/>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rgbClr val="171616"/>
              </a:buClr>
              <a:buSzPts val="2400"/>
              <a:buNone/>
              <a:defRPr b="1" sz="2400"/>
            </a:lvl1pPr>
            <a:lvl2pPr indent="-228600" lvl="1" marL="914400" algn="l">
              <a:lnSpc>
                <a:spcPct val="90000"/>
              </a:lnSpc>
              <a:spcBef>
                <a:spcPts val="500"/>
              </a:spcBef>
              <a:spcAft>
                <a:spcPts val="0"/>
              </a:spcAft>
              <a:buClr>
                <a:srgbClr val="171616"/>
              </a:buClr>
              <a:buSzPts val="2000"/>
              <a:buNone/>
              <a:defRPr b="1" sz="2000"/>
            </a:lvl2pPr>
            <a:lvl3pPr indent="-228600" lvl="2" marL="1371600" algn="l">
              <a:lnSpc>
                <a:spcPct val="90000"/>
              </a:lnSpc>
              <a:spcBef>
                <a:spcPts val="500"/>
              </a:spcBef>
              <a:spcAft>
                <a:spcPts val="0"/>
              </a:spcAft>
              <a:buClr>
                <a:srgbClr val="171616"/>
              </a:buClr>
              <a:buSzPts val="1800"/>
              <a:buNone/>
              <a:defRPr b="1" sz="1800"/>
            </a:lvl3pPr>
            <a:lvl4pPr indent="-228600" lvl="3" marL="1828800" algn="l">
              <a:lnSpc>
                <a:spcPct val="90000"/>
              </a:lnSpc>
              <a:spcBef>
                <a:spcPts val="500"/>
              </a:spcBef>
              <a:spcAft>
                <a:spcPts val="0"/>
              </a:spcAft>
              <a:buClr>
                <a:srgbClr val="171616"/>
              </a:buClr>
              <a:buSzPts val="1600"/>
              <a:buNone/>
              <a:defRPr b="1" sz="1600"/>
            </a:lvl4pPr>
            <a:lvl5pPr indent="-228600" lvl="4" marL="2286000" algn="l">
              <a:lnSpc>
                <a:spcPct val="90000"/>
              </a:lnSpc>
              <a:spcBef>
                <a:spcPts val="500"/>
              </a:spcBef>
              <a:spcAft>
                <a:spcPts val="0"/>
              </a:spcAft>
              <a:buClr>
                <a:srgbClr val="171616"/>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5" name="Google Shape;65;p21"/>
          <p:cNvSpPr txBox="1"/>
          <p:nvPr>
            <p:ph idx="2" type="body"/>
          </p:nvPr>
        </p:nvSpPr>
        <p:spPr>
          <a:xfrm>
            <a:off x="678881" y="2505075"/>
            <a:ext cx="5318693" cy="3552826"/>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171616"/>
              </a:buClr>
              <a:buSzPts val="2800"/>
              <a:buChar char="•"/>
              <a:defRPr>
                <a:solidFill>
                  <a:srgbClr val="171616"/>
                </a:solidFill>
              </a:defRPr>
            </a:lvl1pPr>
            <a:lvl2pPr indent="-381000" lvl="1" marL="914400" algn="l">
              <a:lnSpc>
                <a:spcPct val="90000"/>
              </a:lnSpc>
              <a:spcBef>
                <a:spcPts val="500"/>
              </a:spcBef>
              <a:spcAft>
                <a:spcPts val="0"/>
              </a:spcAft>
              <a:buClr>
                <a:srgbClr val="171616"/>
              </a:buClr>
              <a:buSzPts val="2400"/>
              <a:buChar char="•"/>
              <a:defRPr>
                <a:solidFill>
                  <a:srgbClr val="171616"/>
                </a:solidFill>
              </a:defRPr>
            </a:lvl2pPr>
            <a:lvl3pPr indent="-355600" lvl="2" marL="1371600" algn="l">
              <a:lnSpc>
                <a:spcPct val="90000"/>
              </a:lnSpc>
              <a:spcBef>
                <a:spcPts val="500"/>
              </a:spcBef>
              <a:spcAft>
                <a:spcPts val="0"/>
              </a:spcAft>
              <a:buClr>
                <a:srgbClr val="171616"/>
              </a:buClr>
              <a:buSzPts val="2000"/>
              <a:buChar char="•"/>
              <a:defRPr>
                <a:solidFill>
                  <a:srgbClr val="171616"/>
                </a:solidFill>
              </a:defRPr>
            </a:lvl3pPr>
            <a:lvl4pPr indent="-342900" lvl="3" marL="1828800" algn="l">
              <a:lnSpc>
                <a:spcPct val="90000"/>
              </a:lnSpc>
              <a:spcBef>
                <a:spcPts val="500"/>
              </a:spcBef>
              <a:spcAft>
                <a:spcPts val="0"/>
              </a:spcAft>
              <a:buClr>
                <a:srgbClr val="171616"/>
              </a:buClr>
              <a:buSzPts val="1800"/>
              <a:buChar char="•"/>
              <a:defRPr>
                <a:solidFill>
                  <a:srgbClr val="171616"/>
                </a:solidFill>
              </a:defRPr>
            </a:lvl4pPr>
            <a:lvl5pPr indent="-342900" lvl="4" marL="2286000" algn="l">
              <a:lnSpc>
                <a:spcPct val="90000"/>
              </a:lnSpc>
              <a:spcBef>
                <a:spcPts val="500"/>
              </a:spcBef>
              <a:spcAft>
                <a:spcPts val="0"/>
              </a:spcAft>
              <a:buClr>
                <a:srgbClr val="171616"/>
              </a:buClr>
              <a:buSzPts val="1800"/>
              <a:buChar char="•"/>
              <a:defRPr>
                <a:solidFill>
                  <a:srgbClr val="17161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21"/>
          <p:cNvSpPr txBox="1"/>
          <p:nvPr>
            <p:ph idx="3" type="body"/>
          </p:nvPr>
        </p:nvSpPr>
        <p:spPr>
          <a:xfrm>
            <a:off x="6172202" y="1659834"/>
            <a:ext cx="5340914" cy="655349"/>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rgbClr val="171616"/>
              </a:buClr>
              <a:buSzPts val="2400"/>
              <a:buNone/>
              <a:defRPr b="1" sz="2400"/>
            </a:lvl1pPr>
            <a:lvl2pPr indent="-228600" lvl="1" marL="914400" algn="l">
              <a:lnSpc>
                <a:spcPct val="90000"/>
              </a:lnSpc>
              <a:spcBef>
                <a:spcPts val="500"/>
              </a:spcBef>
              <a:spcAft>
                <a:spcPts val="0"/>
              </a:spcAft>
              <a:buClr>
                <a:srgbClr val="171616"/>
              </a:buClr>
              <a:buSzPts val="2000"/>
              <a:buNone/>
              <a:defRPr b="1" sz="2000"/>
            </a:lvl2pPr>
            <a:lvl3pPr indent="-228600" lvl="2" marL="1371600" algn="l">
              <a:lnSpc>
                <a:spcPct val="90000"/>
              </a:lnSpc>
              <a:spcBef>
                <a:spcPts val="500"/>
              </a:spcBef>
              <a:spcAft>
                <a:spcPts val="0"/>
              </a:spcAft>
              <a:buClr>
                <a:srgbClr val="171616"/>
              </a:buClr>
              <a:buSzPts val="1800"/>
              <a:buNone/>
              <a:defRPr b="1" sz="1800"/>
            </a:lvl3pPr>
            <a:lvl4pPr indent="-228600" lvl="3" marL="1828800" algn="l">
              <a:lnSpc>
                <a:spcPct val="90000"/>
              </a:lnSpc>
              <a:spcBef>
                <a:spcPts val="500"/>
              </a:spcBef>
              <a:spcAft>
                <a:spcPts val="0"/>
              </a:spcAft>
              <a:buClr>
                <a:srgbClr val="171616"/>
              </a:buClr>
              <a:buSzPts val="1600"/>
              <a:buNone/>
              <a:defRPr b="1" sz="1600"/>
            </a:lvl4pPr>
            <a:lvl5pPr indent="-228600" lvl="4" marL="2286000" algn="l">
              <a:lnSpc>
                <a:spcPct val="90000"/>
              </a:lnSpc>
              <a:spcBef>
                <a:spcPts val="500"/>
              </a:spcBef>
              <a:spcAft>
                <a:spcPts val="0"/>
              </a:spcAft>
              <a:buClr>
                <a:srgbClr val="171616"/>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7" name="Google Shape;67;p21"/>
          <p:cNvSpPr txBox="1"/>
          <p:nvPr>
            <p:ph idx="4" type="body"/>
          </p:nvPr>
        </p:nvSpPr>
        <p:spPr>
          <a:xfrm>
            <a:off x="6172202" y="2505075"/>
            <a:ext cx="5340914" cy="3552826"/>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171616"/>
              </a:buClr>
              <a:buSzPts val="2800"/>
              <a:buChar char="•"/>
              <a:defRPr>
                <a:solidFill>
                  <a:srgbClr val="171616"/>
                </a:solidFill>
              </a:defRPr>
            </a:lvl1pPr>
            <a:lvl2pPr indent="-381000" lvl="1" marL="914400" algn="l">
              <a:lnSpc>
                <a:spcPct val="90000"/>
              </a:lnSpc>
              <a:spcBef>
                <a:spcPts val="500"/>
              </a:spcBef>
              <a:spcAft>
                <a:spcPts val="0"/>
              </a:spcAft>
              <a:buClr>
                <a:srgbClr val="171616"/>
              </a:buClr>
              <a:buSzPts val="2400"/>
              <a:buChar char="•"/>
              <a:defRPr>
                <a:solidFill>
                  <a:srgbClr val="171616"/>
                </a:solidFill>
              </a:defRPr>
            </a:lvl2pPr>
            <a:lvl3pPr indent="-355600" lvl="2" marL="1371600" algn="l">
              <a:lnSpc>
                <a:spcPct val="90000"/>
              </a:lnSpc>
              <a:spcBef>
                <a:spcPts val="500"/>
              </a:spcBef>
              <a:spcAft>
                <a:spcPts val="0"/>
              </a:spcAft>
              <a:buClr>
                <a:srgbClr val="171616"/>
              </a:buClr>
              <a:buSzPts val="2000"/>
              <a:buChar char="•"/>
              <a:defRPr>
                <a:solidFill>
                  <a:srgbClr val="171616"/>
                </a:solidFill>
              </a:defRPr>
            </a:lvl3pPr>
            <a:lvl4pPr indent="-342900" lvl="3" marL="1828800" algn="l">
              <a:lnSpc>
                <a:spcPct val="90000"/>
              </a:lnSpc>
              <a:spcBef>
                <a:spcPts val="500"/>
              </a:spcBef>
              <a:spcAft>
                <a:spcPts val="0"/>
              </a:spcAft>
              <a:buClr>
                <a:srgbClr val="171616"/>
              </a:buClr>
              <a:buSzPts val="1800"/>
              <a:buChar char="•"/>
              <a:defRPr>
                <a:solidFill>
                  <a:srgbClr val="171616"/>
                </a:solidFill>
              </a:defRPr>
            </a:lvl4pPr>
            <a:lvl5pPr indent="-342900" lvl="4" marL="2286000" algn="l">
              <a:lnSpc>
                <a:spcPct val="90000"/>
              </a:lnSpc>
              <a:spcBef>
                <a:spcPts val="500"/>
              </a:spcBef>
              <a:spcAft>
                <a:spcPts val="0"/>
              </a:spcAft>
              <a:buClr>
                <a:srgbClr val="171616"/>
              </a:buClr>
              <a:buSzPts val="1800"/>
              <a:buChar char="•"/>
              <a:defRPr>
                <a:solidFill>
                  <a:srgbClr val="17161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68" name="Shape 68"/>
        <p:cNvGrpSpPr/>
        <p:nvPr/>
      </p:nvGrpSpPr>
      <p:grpSpPr>
        <a:xfrm>
          <a:off x="0" y="0"/>
          <a:ext cx="0" cy="0"/>
          <a:chOff x="0" y="0"/>
          <a:chExt cx="0" cy="0"/>
        </a:xfrm>
      </p:grpSpPr>
      <p:sp>
        <p:nvSpPr>
          <p:cNvPr id="69" name="Google Shape;69;p22"/>
          <p:cNvSpPr txBox="1"/>
          <p:nvPr>
            <p:ph type="title"/>
          </p:nvPr>
        </p:nvSpPr>
        <p:spPr>
          <a:xfrm>
            <a:off x="678884" y="603666"/>
            <a:ext cx="10834234" cy="612775"/>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0" name="Shape 70"/>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71" name="Shape 71"/>
        <p:cNvGrpSpPr/>
        <p:nvPr/>
      </p:nvGrpSpPr>
      <p:grpSpPr>
        <a:xfrm>
          <a:off x="0" y="0"/>
          <a:ext cx="0" cy="0"/>
          <a:chOff x="0" y="0"/>
          <a:chExt cx="0" cy="0"/>
        </a:xfrm>
      </p:grpSpPr>
      <p:sp>
        <p:nvSpPr>
          <p:cNvPr id="72" name="Google Shape;72;p24"/>
          <p:cNvSpPr txBox="1"/>
          <p:nvPr>
            <p:ph type="title"/>
          </p:nvPr>
        </p:nvSpPr>
        <p:spPr>
          <a:xfrm>
            <a:off x="678881" y="603666"/>
            <a:ext cx="4093145" cy="1453734"/>
          </a:xfrm>
          <a:prstGeom prst="rect">
            <a:avLst/>
          </a:prstGeom>
          <a:noFill/>
          <a:ln>
            <a:noFill/>
          </a:ln>
        </p:spPr>
        <p:txBody>
          <a:bodyPr anchorCtr="0" anchor="b" bIns="0" lIns="0" spcFirstLastPara="1" rIns="0" wrap="square" tIns="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4"/>
          <p:cNvSpPr txBox="1"/>
          <p:nvPr>
            <p:ph idx="1" type="body"/>
          </p:nvPr>
        </p:nvSpPr>
        <p:spPr>
          <a:xfrm>
            <a:off x="5183189" y="1659835"/>
            <a:ext cx="6329928" cy="420121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rgbClr val="171616"/>
              </a:buClr>
              <a:buSzPts val="3200"/>
              <a:buChar char="•"/>
              <a:defRPr sz="3200">
                <a:solidFill>
                  <a:srgbClr val="171616"/>
                </a:solidFill>
              </a:defRPr>
            </a:lvl1pPr>
            <a:lvl2pPr indent="-406400" lvl="1" marL="914400" algn="l">
              <a:lnSpc>
                <a:spcPct val="90000"/>
              </a:lnSpc>
              <a:spcBef>
                <a:spcPts val="500"/>
              </a:spcBef>
              <a:spcAft>
                <a:spcPts val="0"/>
              </a:spcAft>
              <a:buClr>
                <a:srgbClr val="171616"/>
              </a:buClr>
              <a:buSzPts val="2800"/>
              <a:buChar char="•"/>
              <a:defRPr sz="2800">
                <a:solidFill>
                  <a:srgbClr val="171616"/>
                </a:solidFill>
              </a:defRPr>
            </a:lvl2pPr>
            <a:lvl3pPr indent="-381000" lvl="2" marL="1371600" algn="l">
              <a:lnSpc>
                <a:spcPct val="90000"/>
              </a:lnSpc>
              <a:spcBef>
                <a:spcPts val="500"/>
              </a:spcBef>
              <a:spcAft>
                <a:spcPts val="0"/>
              </a:spcAft>
              <a:buClr>
                <a:srgbClr val="171616"/>
              </a:buClr>
              <a:buSzPts val="2400"/>
              <a:buChar char="•"/>
              <a:defRPr sz="2400">
                <a:solidFill>
                  <a:srgbClr val="171616"/>
                </a:solidFill>
              </a:defRPr>
            </a:lvl3pPr>
            <a:lvl4pPr indent="-355600" lvl="3" marL="1828800" algn="l">
              <a:lnSpc>
                <a:spcPct val="90000"/>
              </a:lnSpc>
              <a:spcBef>
                <a:spcPts val="500"/>
              </a:spcBef>
              <a:spcAft>
                <a:spcPts val="0"/>
              </a:spcAft>
              <a:buClr>
                <a:srgbClr val="171616"/>
              </a:buClr>
              <a:buSzPts val="2000"/>
              <a:buChar char="•"/>
              <a:defRPr sz="2000">
                <a:solidFill>
                  <a:srgbClr val="171616"/>
                </a:solidFill>
              </a:defRPr>
            </a:lvl4pPr>
            <a:lvl5pPr indent="-355600" lvl="4" marL="2286000" algn="l">
              <a:lnSpc>
                <a:spcPct val="90000"/>
              </a:lnSpc>
              <a:spcBef>
                <a:spcPts val="500"/>
              </a:spcBef>
              <a:spcAft>
                <a:spcPts val="0"/>
              </a:spcAft>
              <a:buClr>
                <a:srgbClr val="171616"/>
              </a:buClr>
              <a:buSzPts val="2000"/>
              <a:buChar char="•"/>
              <a:defRPr sz="2000">
                <a:solidFill>
                  <a:srgbClr val="171616"/>
                </a:solidFill>
              </a:defRPr>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4" name="Google Shape;74;p24"/>
          <p:cNvSpPr txBox="1"/>
          <p:nvPr>
            <p:ph idx="2" type="body"/>
          </p:nvPr>
        </p:nvSpPr>
        <p:spPr>
          <a:xfrm>
            <a:off x="678881" y="2315183"/>
            <a:ext cx="4093145" cy="35538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71616"/>
              </a:buClr>
              <a:buSzPts val="1600"/>
              <a:buNone/>
              <a:defRPr sz="1600"/>
            </a:lvl1pPr>
            <a:lvl2pPr indent="-228600" lvl="1" marL="914400" algn="l">
              <a:lnSpc>
                <a:spcPct val="90000"/>
              </a:lnSpc>
              <a:spcBef>
                <a:spcPts val="500"/>
              </a:spcBef>
              <a:spcAft>
                <a:spcPts val="0"/>
              </a:spcAft>
              <a:buClr>
                <a:srgbClr val="171616"/>
              </a:buClr>
              <a:buSzPts val="1400"/>
              <a:buNone/>
              <a:defRPr sz="1400"/>
            </a:lvl2pPr>
            <a:lvl3pPr indent="-228600" lvl="2" marL="1371600" algn="l">
              <a:lnSpc>
                <a:spcPct val="90000"/>
              </a:lnSpc>
              <a:spcBef>
                <a:spcPts val="500"/>
              </a:spcBef>
              <a:spcAft>
                <a:spcPts val="0"/>
              </a:spcAft>
              <a:buClr>
                <a:srgbClr val="171616"/>
              </a:buClr>
              <a:buSzPts val="1200"/>
              <a:buNone/>
              <a:defRPr sz="1200"/>
            </a:lvl3pPr>
            <a:lvl4pPr indent="-228600" lvl="3" marL="1828800" algn="l">
              <a:lnSpc>
                <a:spcPct val="90000"/>
              </a:lnSpc>
              <a:spcBef>
                <a:spcPts val="500"/>
              </a:spcBef>
              <a:spcAft>
                <a:spcPts val="0"/>
              </a:spcAft>
              <a:buClr>
                <a:srgbClr val="171616"/>
              </a:buClr>
              <a:buSzPts val="1000"/>
              <a:buNone/>
              <a:defRPr sz="1000"/>
            </a:lvl4pPr>
            <a:lvl5pPr indent="-228600" lvl="4" marL="2286000" algn="l">
              <a:lnSpc>
                <a:spcPct val="90000"/>
              </a:lnSpc>
              <a:spcBef>
                <a:spcPts val="500"/>
              </a:spcBef>
              <a:spcAft>
                <a:spcPts val="0"/>
              </a:spcAft>
              <a:buClr>
                <a:srgbClr val="171616"/>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p:cSld name="Title and Vertical Text">
    <p:spTree>
      <p:nvGrpSpPr>
        <p:cNvPr id="75" name="Shape 75"/>
        <p:cNvGrpSpPr/>
        <p:nvPr/>
      </p:nvGrpSpPr>
      <p:grpSpPr>
        <a:xfrm>
          <a:off x="0" y="0"/>
          <a:ext cx="0" cy="0"/>
          <a:chOff x="0" y="0"/>
          <a:chExt cx="0" cy="0"/>
        </a:xfrm>
      </p:grpSpPr>
      <p:sp>
        <p:nvSpPr>
          <p:cNvPr id="76" name="Google Shape;76;p25"/>
          <p:cNvSpPr txBox="1"/>
          <p:nvPr>
            <p:ph type="title"/>
          </p:nvPr>
        </p:nvSpPr>
        <p:spPr>
          <a:xfrm>
            <a:off x="678884" y="603666"/>
            <a:ext cx="10834234" cy="612775"/>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
          <p:cNvSpPr txBox="1"/>
          <p:nvPr>
            <p:ph idx="1" type="body"/>
          </p:nvPr>
        </p:nvSpPr>
        <p:spPr>
          <a:xfrm rot="5400000">
            <a:off x="4012534" y="-1673816"/>
            <a:ext cx="4166933" cy="10834234"/>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171616"/>
              </a:buClr>
              <a:buSzPts val="2800"/>
              <a:buChar char="•"/>
              <a:defRPr>
                <a:solidFill>
                  <a:srgbClr val="171616"/>
                </a:solidFill>
              </a:defRPr>
            </a:lvl1pPr>
            <a:lvl2pPr indent="-381000" lvl="1" marL="914400" algn="l">
              <a:lnSpc>
                <a:spcPct val="90000"/>
              </a:lnSpc>
              <a:spcBef>
                <a:spcPts val="500"/>
              </a:spcBef>
              <a:spcAft>
                <a:spcPts val="0"/>
              </a:spcAft>
              <a:buClr>
                <a:srgbClr val="171616"/>
              </a:buClr>
              <a:buSzPts val="2400"/>
              <a:buChar char="•"/>
              <a:defRPr>
                <a:solidFill>
                  <a:srgbClr val="171616"/>
                </a:solidFill>
              </a:defRPr>
            </a:lvl2pPr>
            <a:lvl3pPr indent="-355600" lvl="2" marL="1371600" algn="l">
              <a:lnSpc>
                <a:spcPct val="90000"/>
              </a:lnSpc>
              <a:spcBef>
                <a:spcPts val="500"/>
              </a:spcBef>
              <a:spcAft>
                <a:spcPts val="0"/>
              </a:spcAft>
              <a:buClr>
                <a:srgbClr val="171616"/>
              </a:buClr>
              <a:buSzPts val="2000"/>
              <a:buChar char="•"/>
              <a:defRPr>
                <a:solidFill>
                  <a:srgbClr val="171616"/>
                </a:solidFill>
              </a:defRPr>
            </a:lvl3pPr>
            <a:lvl4pPr indent="-342900" lvl="3" marL="1828800" algn="l">
              <a:lnSpc>
                <a:spcPct val="90000"/>
              </a:lnSpc>
              <a:spcBef>
                <a:spcPts val="500"/>
              </a:spcBef>
              <a:spcAft>
                <a:spcPts val="0"/>
              </a:spcAft>
              <a:buClr>
                <a:srgbClr val="171616"/>
              </a:buClr>
              <a:buSzPts val="1800"/>
              <a:buChar char="•"/>
              <a:defRPr>
                <a:solidFill>
                  <a:srgbClr val="171616"/>
                </a:solidFill>
              </a:defRPr>
            </a:lvl4pPr>
            <a:lvl5pPr indent="-342900" lvl="4" marL="2286000" algn="l">
              <a:lnSpc>
                <a:spcPct val="90000"/>
              </a:lnSpc>
              <a:spcBef>
                <a:spcPts val="500"/>
              </a:spcBef>
              <a:spcAft>
                <a:spcPts val="0"/>
              </a:spcAft>
              <a:buClr>
                <a:srgbClr val="171616"/>
              </a:buClr>
              <a:buSzPts val="1800"/>
              <a:buChar char="•"/>
              <a:defRPr>
                <a:solidFill>
                  <a:srgbClr val="17161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6" Type="http://schemas.openxmlformats.org/officeDocument/2006/relationships/slideLayout" Target="../slideLayouts/slideLayout5.xml"/><Relationship Id="rId18" Type="http://schemas.openxmlformats.org/officeDocument/2006/relationships/theme" Target="../theme/theme1.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9"/>
          <p:cNvSpPr txBox="1"/>
          <p:nvPr>
            <p:ph type="title"/>
          </p:nvPr>
        </p:nvSpPr>
        <p:spPr>
          <a:xfrm>
            <a:off x="678884" y="603666"/>
            <a:ext cx="10834232" cy="612775"/>
          </a:xfrm>
          <a:prstGeom prst="rect">
            <a:avLst/>
          </a:prstGeom>
          <a:noFill/>
          <a:ln>
            <a:noFill/>
          </a:ln>
        </p:spPr>
        <p:txBody>
          <a:bodyPr anchorCtr="0" anchor="ctr" bIns="0" lIns="0" spcFirstLastPara="1" rIns="0" wrap="square" tIns="0">
            <a:normAutofit/>
          </a:bodyPr>
          <a:lstStyle>
            <a:lvl1pPr lvl="0" marR="0" rtl="0" algn="l">
              <a:lnSpc>
                <a:spcPct val="90000"/>
              </a:lnSpc>
              <a:spcBef>
                <a:spcPts val="0"/>
              </a:spcBef>
              <a:spcAft>
                <a:spcPts val="0"/>
              </a:spcAft>
              <a:buClr>
                <a:schemeClr val="dk1"/>
              </a:buClr>
              <a:buSzPts val="3400"/>
              <a:buFont typeface="Calibri"/>
              <a:buNone/>
              <a:defRPr b="1" i="0" sz="3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9"/>
          <p:cNvSpPr txBox="1"/>
          <p:nvPr>
            <p:ph idx="1" type="body"/>
          </p:nvPr>
        </p:nvSpPr>
        <p:spPr>
          <a:xfrm>
            <a:off x="678884" y="1659835"/>
            <a:ext cx="10834234" cy="4398065"/>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171616"/>
              </a:buClr>
              <a:buSzPts val="2800"/>
              <a:buFont typeface="Arial"/>
              <a:buChar char="•"/>
              <a:defRPr b="0" i="0" sz="2800" u="none" cap="none" strike="noStrike">
                <a:solidFill>
                  <a:srgbClr val="171616"/>
                </a:solidFill>
                <a:latin typeface="Calibri"/>
                <a:ea typeface="Calibri"/>
                <a:cs typeface="Calibri"/>
                <a:sym typeface="Calibri"/>
              </a:defRPr>
            </a:lvl1pPr>
            <a:lvl2pPr indent="-381000" lvl="1" marL="914400" marR="0" rtl="0" algn="l">
              <a:lnSpc>
                <a:spcPct val="90000"/>
              </a:lnSpc>
              <a:spcBef>
                <a:spcPts val="500"/>
              </a:spcBef>
              <a:spcAft>
                <a:spcPts val="0"/>
              </a:spcAft>
              <a:buClr>
                <a:srgbClr val="171616"/>
              </a:buClr>
              <a:buSzPts val="2400"/>
              <a:buFont typeface="Arial"/>
              <a:buChar char="•"/>
              <a:defRPr b="0" i="0" sz="2400" u="none" cap="none" strike="noStrike">
                <a:solidFill>
                  <a:srgbClr val="171616"/>
                </a:solidFill>
                <a:latin typeface="Calibri"/>
                <a:ea typeface="Calibri"/>
                <a:cs typeface="Calibri"/>
                <a:sym typeface="Calibri"/>
              </a:defRPr>
            </a:lvl2pPr>
            <a:lvl3pPr indent="-355600" lvl="2" marL="1371600" marR="0" rtl="0" algn="l">
              <a:lnSpc>
                <a:spcPct val="90000"/>
              </a:lnSpc>
              <a:spcBef>
                <a:spcPts val="500"/>
              </a:spcBef>
              <a:spcAft>
                <a:spcPts val="0"/>
              </a:spcAft>
              <a:buClr>
                <a:srgbClr val="171616"/>
              </a:buClr>
              <a:buSzPts val="2000"/>
              <a:buFont typeface="Arial"/>
              <a:buChar char="•"/>
              <a:defRPr b="0" i="0" sz="2000" u="none" cap="none" strike="noStrike">
                <a:solidFill>
                  <a:srgbClr val="171616"/>
                </a:solidFill>
                <a:latin typeface="Calibri"/>
                <a:ea typeface="Calibri"/>
                <a:cs typeface="Calibri"/>
                <a:sym typeface="Calibri"/>
              </a:defRPr>
            </a:lvl3pPr>
            <a:lvl4pPr indent="-342900" lvl="3" marL="1828800" marR="0" rtl="0" algn="l">
              <a:lnSpc>
                <a:spcPct val="90000"/>
              </a:lnSpc>
              <a:spcBef>
                <a:spcPts val="500"/>
              </a:spcBef>
              <a:spcAft>
                <a:spcPts val="0"/>
              </a:spcAft>
              <a:buClr>
                <a:srgbClr val="171616"/>
              </a:buClr>
              <a:buSzPts val="1800"/>
              <a:buFont typeface="Arial"/>
              <a:buChar char="•"/>
              <a:defRPr b="0" i="0" sz="1800" u="none" cap="none" strike="noStrike">
                <a:solidFill>
                  <a:srgbClr val="171616"/>
                </a:solidFill>
                <a:latin typeface="Calibri"/>
                <a:ea typeface="Calibri"/>
                <a:cs typeface="Calibri"/>
                <a:sym typeface="Calibri"/>
              </a:defRPr>
            </a:lvl4pPr>
            <a:lvl5pPr indent="-342900" lvl="4" marL="2286000" marR="0" rtl="0" algn="l">
              <a:lnSpc>
                <a:spcPct val="90000"/>
              </a:lnSpc>
              <a:spcBef>
                <a:spcPts val="500"/>
              </a:spcBef>
              <a:spcAft>
                <a:spcPts val="0"/>
              </a:spcAft>
              <a:buClr>
                <a:srgbClr val="171616"/>
              </a:buClr>
              <a:buSzPts val="1800"/>
              <a:buFont typeface="Arial"/>
              <a:buChar char="•"/>
              <a:defRPr b="0" i="0" sz="1800" u="none" cap="none" strike="noStrike">
                <a:solidFill>
                  <a:srgbClr val="171616"/>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descr="Top Ranked Data Science Institute, Classroom Plus Online Training | Boston  Institute of Analytics" id="12" name="Google Shape;12;p9"/>
          <p:cNvPicPr preferRelativeResize="0"/>
          <p:nvPr/>
        </p:nvPicPr>
        <p:blipFill rotWithShape="1">
          <a:blip r:embed="rId1">
            <a:alphaModFix/>
          </a:blip>
          <a:srcRect b="0" l="3999" r="3111" t="0"/>
          <a:stretch/>
        </p:blipFill>
        <p:spPr>
          <a:xfrm>
            <a:off x="9493777" y="6115409"/>
            <a:ext cx="2019339" cy="548917"/>
          </a:xfrm>
          <a:prstGeom prst="rect">
            <a:avLst/>
          </a:prstGeom>
          <a:noFill/>
          <a:ln>
            <a:noFill/>
          </a:ln>
        </p:spPr>
      </p:pic>
      <p:sp>
        <p:nvSpPr>
          <p:cNvPr id="13" name="Google Shape;13;p9"/>
          <p:cNvSpPr/>
          <p:nvPr/>
        </p:nvSpPr>
        <p:spPr>
          <a:xfrm>
            <a:off x="678883" y="6207305"/>
            <a:ext cx="7474517" cy="365125"/>
          </a:xfrm>
          <a:prstGeom prst="rect">
            <a:avLst/>
          </a:prstGeom>
          <a:solidFill>
            <a:schemeClr val="lt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ABAB"/>
                </a:solidFill>
                <a:latin typeface="Calibri"/>
                <a:ea typeface="Calibri"/>
                <a:cs typeface="Calibri"/>
                <a:sym typeface="Calibri"/>
              </a:rPr>
              <a:t>CONFIDENTIAL</a:t>
            </a:r>
            <a:r>
              <a:rPr b="0" i="0" lang="en-US" sz="1100" u="none" cap="none" strike="noStrike">
                <a:solidFill>
                  <a:srgbClr val="AEABAB"/>
                </a:solidFill>
                <a:latin typeface="Calibri"/>
                <a:ea typeface="Calibri"/>
                <a:cs typeface="Calibri"/>
                <a:sym typeface="Calibri"/>
              </a:rPr>
              <a:t>: The information in this document belongs to Boston Institute of Analytics LLC. Any unauthorized sharing of this material is prohibited and subject to legal action under breach of IP and confidentiality clauses. </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
          <p:cNvSpPr/>
          <p:nvPr/>
        </p:nvSpPr>
        <p:spPr>
          <a:xfrm>
            <a:off x="58826" y="2823565"/>
            <a:ext cx="12192000" cy="811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400"/>
              <a:buFont typeface="Arial"/>
              <a:buNone/>
            </a:pPr>
            <a:r>
              <a:rPr b="1" lang="en-US" sz="4400">
                <a:solidFill>
                  <a:schemeClr val="lt1"/>
                </a:solidFill>
                <a:latin typeface="Calibri"/>
                <a:ea typeface="Calibri"/>
                <a:cs typeface="Calibri"/>
                <a:sym typeface="Calibri"/>
              </a:rPr>
              <a:t>                   PRODUCT REVIEW TAGGING </a:t>
            </a:r>
            <a:endParaRPr b="1" sz="4400">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4400"/>
              <a:buFont typeface="Arial"/>
              <a:buNone/>
            </a:pPr>
            <a:r>
              <a:rPr b="1" lang="en-US" sz="4400">
                <a:solidFill>
                  <a:schemeClr val="lt1"/>
                </a:solidFill>
                <a:latin typeface="Calibri"/>
                <a:ea typeface="Calibri"/>
                <a:cs typeface="Calibri"/>
                <a:sym typeface="Calibri"/>
              </a:rPr>
              <a:t>                                IQRAA SHAIKH </a:t>
            </a:r>
            <a:endParaRPr b="1" sz="4400">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g3aaadddffe2_0_0"/>
          <p:cNvSpPr txBox="1"/>
          <p:nvPr>
            <p:ph type="title"/>
          </p:nvPr>
        </p:nvSpPr>
        <p:spPr>
          <a:xfrm>
            <a:off x="678884" y="603666"/>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AGENDA:</a:t>
            </a:r>
            <a:endParaRPr/>
          </a:p>
        </p:txBody>
      </p:sp>
      <p:sp>
        <p:nvSpPr>
          <p:cNvPr id="89" name="Google Shape;89;g3aaadddffe2_0_0"/>
          <p:cNvSpPr txBox="1"/>
          <p:nvPr>
            <p:ph idx="1" type="body"/>
          </p:nvPr>
        </p:nvSpPr>
        <p:spPr>
          <a:xfrm>
            <a:off x="678909" y="1686825"/>
            <a:ext cx="10834200" cy="4398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latin typeface="Georgia"/>
                <a:ea typeface="Georgia"/>
                <a:cs typeface="Georgia"/>
                <a:sym typeface="Georgia"/>
              </a:rPr>
              <a:t>E-commerce platforms </a:t>
            </a:r>
            <a:r>
              <a:rPr lang="en-US">
                <a:latin typeface="Georgia"/>
                <a:ea typeface="Georgia"/>
                <a:cs typeface="Georgia"/>
                <a:sym typeface="Georgia"/>
              </a:rPr>
              <a:t>receive</a:t>
            </a:r>
            <a:r>
              <a:rPr lang="en-US">
                <a:latin typeface="Georgia"/>
                <a:ea typeface="Georgia"/>
                <a:cs typeface="Georgia"/>
                <a:sym typeface="Georgia"/>
              </a:rPr>
              <a:t> millions of </a:t>
            </a:r>
            <a:r>
              <a:rPr lang="en-US">
                <a:latin typeface="Georgia"/>
                <a:ea typeface="Georgia"/>
                <a:cs typeface="Georgia"/>
                <a:sym typeface="Georgia"/>
              </a:rPr>
              <a:t>customer</a:t>
            </a:r>
            <a:r>
              <a:rPr lang="en-US">
                <a:latin typeface="Georgia"/>
                <a:ea typeface="Georgia"/>
                <a:cs typeface="Georgia"/>
                <a:sym typeface="Georgia"/>
              </a:rPr>
              <a:t> reviews daily. These reviews contain valuable feedback about product performance, delivery experience, packaging quality, and satisfaction levels. However, manually reading and interpreting such large volumes is time-consuming and inefficient. </a:t>
            </a:r>
            <a:endParaRPr>
              <a:latin typeface="Georgia"/>
              <a:ea typeface="Georgia"/>
              <a:cs typeface="Georgia"/>
              <a:sym typeface="Georgia"/>
            </a:endParaRPr>
          </a:p>
        </p:txBody>
      </p:sp>
      <p:pic>
        <p:nvPicPr>
          <p:cNvPr id="90" name="Google Shape;90;g3aaadddffe2_0_0"/>
          <p:cNvPicPr preferRelativeResize="0"/>
          <p:nvPr/>
        </p:nvPicPr>
        <p:blipFill>
          <a:blip r:embed="rId3">
            <a:alphaModFix/>
          </a:blip>
          <a:stretch>
            <a:fillRect/>
          </a:stretch>
        </p:blipFill>
        <p:spPr>
          <a:xfrm>
            <a:off x="5869850" y="3681900"/>
            <a:ext cx="5643225" cy="24029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3aaadddffe2_0_7"/>
          <p:cNvSpPr txBox="1"/>
          <p:nvPr>
            <p:ph type="title"/>
          </p:nvPr>
        </p:nvSpPr>
        <p:spPr>
          <a:xfrm>
            <a:off x="678884" y="603666"/>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INTRODUCTION: </a:t>
            </a:r>
            <a:endParaRPr/>
          </a:p>
        </p:txBody>
      </p:sp>
      <p:sp>
        <p:nvSpPr>
          <p:cNvPr id="97" name="Google Shape;97;g3aaadddffe2_0_7"/>
          <p:cNvSpPr txBox="1"/>
          <p:nvPr>
            <p:ph idx="1" type="body"/>
          </p:nvPr>
        </p:nvSpPr>
        <p:spPr>
          <a:xfrm>
            <a:off x="678884" y="1675075"/>
            <a:ext cx="10834200" cy="4398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latin typeface="Georgia"/>
                <a:ea typeface="Georgia"/>
                <a:cs typeface="Georgia"/>
                <a:sym typeface="Georgia"/>
              </a:rPr>
              <a:t>The objective of this project is to develop a rule-based Natural Language Processing (NLP) system that automatically identifies important feedback categories (tags) such as: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.Late Delivery</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.Fast Delivery</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.Battery Issue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.Good Packaging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.Bad Sound Quality  </a:t>
            </a:r>
            <a:endParaRPr>
              <a:latin typeface="Georgia"/>
              <a:ea typeface="Georgia"/>
              <a:cs typeface="Georgia"/>
              <a:sym typeface="Georgia"/>
            </a:endParaRPr>
          </a:p>
        </p:txBody>
      </p:sp>
      <p:pic>
        <p:nvPicPr>
          <p:cNvPr id="98" name="Google Shape;98;g3aaadddffe2_0_7"/>
          <p:cNvPicPr preferRelativeResize="0"/>
          <p:nvPr/>
        </p:nvPicPr>
        <p:blipFill>
          <a:blip r:embed="rId3">
            <a:alphaModFix/>
          </a:blip>
          <a:stretch>
            <a:fillRect/>
          </a:stretch>
        </p:blipFill>
        <p:spPr>
          <a:xfrm>
            <a:off x="4211250" y="2917300"/>
            <a:ext cx="7301824" cy="2780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3aaadddffe2_0_13"/>
          <p:cNvSpPr txBox="1"/>
          <p:nvPr>
            <p:ph type="title"/>
          </p:nvPr>
        </p:nvSpPr>
        <p:spPr>
          <a:xfrm>
            <a:off x="678884" y="603666"/>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PROBLEM STATEMENT:</a:t>
            </a:r>
            <a:endParaRPr/>
          </a:p>
        </p:txBody>
      </p:sp>
      <p:sp>
        <p:nvSpPr>
          <p:cNvPr id="105" name="Google Shape;105;g3aaadddffe2_0_13"/>
          <p:cNvSpPr txBox="1"/>
          <p:nvPr>
            <p:ph idx="1" type="body"/>
          </p:nvPr>
        </p:nvSpPr>
        <p:spPr>
          <a:xfrm>
            <a:off x="678884" y="1675075"/>
            <a:ext cx="10834200" cy="4398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latin typeface="Georgia"/>
                <a:ea typeface="Georgia"/>
                <a:cs typeface="Georgia"/>
                <a:sym typeface="Georgia"/>
              </a:rPr>
              <a:t>To design and implement a pattern-based NLP pipeline for automatically analyzing customer reviews and assigning </a:t>
            </a:r>
            <a:r>
              <a:rPr lang="en-US">
                <a:latin typeface="Georgia"/>
                <a:ea typeface="Georgia"/>
                <a:cs typeface="Georgia"/>
                <a:sym typeface="Georgia"/>
              </a:rPr>
              <a:t>predefined</a:t>
            </a:r>
            <a:r>
              <a:rPr lang="en-US">
                <a:latin typeface="Georgia"/>
                <a:ea typeface="Georgia"/>
                <a:cs typeface="Georgia"/>
                <a:sym typeface="Georgia"/>
              </a:rPr>
              <a:t> labels using a non-machine-learning, rule-driven approach without deep learning models. </a:t>
            </a:r>
            <a:endParaRPr>
              <a:latin typeface="Georgia"/>
              <a:ea typeface="Georgia"/>
              <a:cs typeface="Georgia"/>
              <a:sym typeface="Georgia"/>
            </a:endParaRPr>
          </a:p>
        </p:txBody>
      </p:sp>
      <p:pic>
        <p:nvPicPr>
          <p:cNvPr id="106" name="Google Shape;106;g3aaadddffe2_0_13"/>
          <p:cNvPicPr preferRelativeResize="0"/>
          <p:nvPr/>
        </p:nvPicPr>
        <p:blipFill>
          <a:blip r:embed="rId3">
            <a:alphaModFix/>
          </a:blip>
          <a:stretch>
            <a:fillRect/>
          </a:stretch>
        </p:blipFill>
        <p:spPr>
          <a:xfrm>
            <a:off x="4246550" y="2940825"/>
            <a:ext cx="7266524" cy="31322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3aaadddffe2_0_32"/>
          <p:cNvSpPr txBox="1"/>
          <p:nvPr>
            <p:ph type="title"/>
          </p:nvPr>
        </p:nvSpPr>
        <p:spPr>
          <a:xfrm>
            <a:off x="678884" y="603666"/>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OBJECTIVES:</a:t>
            </a:r>
            <a:endParaRPr/>
          </a:p>
        </p:txBody>
      </p:sp>
      <p:sp>
        <p:nvSpPr>
          <p:cNvPr id="113" name="Google Shape;113;g3aaadddffe2_0_32"/>
          <p:cNvSpPr txBox="1"/>
          <p:nvPr>
            <p:ph idx="1" type="body"/>
          </p:nvPr>
        </p:nvSpPr>
        <p:spPr>
          <a:xfrm>
            <a:off x="678875" y="1675075"/>
            <a:ext cx="7402500" cy="4398000"/>
          </a:xfrm>
          <a:prstGeom prst="rect">
            <a:avLst/>
          </a:prstGeom>
        </p:spPr>
        <p:txBody>
          <a:bodyPr anchorCtr="0" anchor="t" bIns="45700" lIns="91425" spcFirstLastPara="1" rIns="91425" wrap="square" tIns="45700">
            <a:normAutofit fontScale="77500" lnSpcReduction="20000"/>
          </a:bodyPr>
          <a:lstStyle/>
          <a:p>
            <a:pPr indent="-366395" lvl="0" marL="457200" rtl="0" algn="l">
              <a:spcBef>
                <a:spcPts val="1000"/>
              </a:spcBef>
              <a:spcAft>
                <a:spcPts val="0"/>
              </a:spcAft>
              <a:buSzPct val="100000"/>
              <a:buFont typeface="Georgia"/>
              <a:buAutoNum type="arabicPeriod"/>
            </a:pPr>
            <a:r>
              <a:rPr lang="en-US">
                <a:latin typeface="Georgia"/>
                <a:ea typeface="Georgia"/>
                <a:cs typeface="Georgia"/>
                <a:sym typeface="Georgia"/>
              </a:rPr>
              <a:t>Automatically extract feature-level customer feedback from product reviews.</a:t>
            </a:r>
            <a:endParaRPr>
              <a:latin typeface="Georgia"/>
              <a:ea typeface="Georgia"/>
              <a:cs typeface="Georgia"/>
              <a:sym typeface="Georgia"/>
            </a:endParaRPr>
          </a:p>
          <a:p>
            <a:pPr indent="0" lvl="0" marL="457200" rtl="0" algn="l">
              <a:spcBef>
                <a:spcPts val="1000"/>
              </a:spcBef>
              <a:spcAft>
                <a:spcPts val="0"/>
              </a:spcAft>
              <a:buNone/>
            </a:pPr>
            <a:r>
              <a:rPr lang="en-US">
                <a:latin typeface="Georgia"/>
                <a:ea typeface="Georgia"/>
                <a:cs typeface="Georgia"/>
                <a:sym typeface="Georgia"/>
              </a:rPr>
              <a:t> </a:t>
            </a:r>
            <a:endParaRPr>
              <a:latin typeface="Georgia"/>
              <a:ea typeface="Georgia"/>
              <a:cs typeface="Georgia"/>
              <a:sym typeface="Georgia"/>
            </a:endParaRPr>
          </a:p>
          <a:p>
            <a:pPr indent="-366395" lvl="0" marL="457200" rtl="0" algn="l">
              <a:spcBef>
                <a:spcPts val="1000"/>
              </a:spcBef>
              <a:spcAft>
                <a:spcPts val="0"/>
              </a:spcAft>
              <a:buSzPct val="100000"/>
              <a:buFont typeface="Georgia"/>
              <a:buAutoNum type="arabicPeriod"/>
            </a:pPr>
            <a:r>
              <a:rPr lang="en-US">
                <a:latin typeface="Georgia"/>
                <a:ea typeface="Georgia"/>
                <a:cs typeface="Georgia"/>
                <a:sym typeface="Georgia"/>
              </a:rPr>
              <a:t>Identify multiple attribute tags per reviews. </a:t>
            </a:r>
            <a:endParaRPr>
              <a:latin typeface="Georgia"/>
              <a:ea typeface="Georgia"/>
              <a:cs typeface="Georgia"/>
              <a:sym typeface="Georgia"/>
            </a:endParaRPr>
          </a:p>
          <a:p>
            <a:pPr indent="0" lvl="0" marL="457200" rtl="0" algn="l">
              <a:spcBef>
                <a:spcPts val="1000"/>
              </a:spcBef>
              <a:spcAft>
                <a:spcPts val="0"/>
              </a:spcAft>
              <a:buNone/>
            </a:pPr>
            <a:r>
              <a:t/>
            </a:r>
            <a:endParaRPr>
              <a:latin typeface="Georgia"/>
              <a:ea typeface="Georgia"/>
              <a:cs typeface="Georgia"/>
              <a:sym typeface="Georgia"/>
            </a:endParaRPr>
          </a:p>
          <a:p>
            <a:pPr indent="-366395" lvl="0" marL="457200" rtl="0" algn="l">
              <a:spcBef>
                <a:spcPts val="1000"/>
              </a:spcBef>
              <a:spcAft>
                <a:spcPts val="0"/>
              </a:spcAft>
              <a:buSzPct val="100000"/>
              <a:buFont typeface="Georgia"/>
              <a:buAutoNum type="arabicPeriod"/>
            </a:pPr>
            <a:r>
              <a:rPr lang="en-US">
                <a:latin typeface="Georgia"/>
                <a:ea typeface="Georgia"/>
                <a:cs typeface="Georgia"/>
                <a:sym typeface="Georgia"/>
              </a:rPr>
              <a:t>Build configurable rule-based tag dictionaries for </a:t>
            </a:r>
            <a:r>
              <a:rPr lang="en-US">
                <a:latin typeface="Georgia"/>
                <a:ea typeface="Georgia"/>
                <a:cs typeface="Georgia"/>
                <a:sym typeface="Georgia"/>
              </a:rPr>
              <a:t>easy</a:t>
            </a:r>
            <a:r>
              <a:rPr lang="en-US">
                <a:latin typeface="Georgia"/>
                <a:ea typeface="Georgia"/>
                <a:cs typeface="Georgia"/>
                <a:sym typeface="Georgia"/>
              </a:rPr>
              <a:t> customization.</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4.  </a:t>
            </a:r>
            <a:r>
              <a:rPr lang="en-US">
                <a:latin typeface="Georgia"/>
                <a:ea typeface="Georgia"/>
                <a:cs typeface="Georgia"/>
                <a:sym typeface="Georgia"/>
              </a:rPr>
              <a:t>Provide structured tabular output for analytics.</a:t>
            </a:r>
            <a:endParaRPr>
              <a:latin typeface="Georgia"/>
              <a:ea typeface="Georgia"/>
              <a:cs typeface="Georgia"/>
              <a:sym typeface="Georgia"/>
            </a:endParaRPr>
          </a:p>
          <a:p>
            <a:pPr indent="0" lvl="0" marL="457200" rtl="0" algn="l">
              <a:spcBef>
                <a:spcPts val="1000"/>
              </a:spcBef>
              <a:spcAft>
                <a:spcPts val="0"/>
              </a:spcAft>
              <a:buNone/>
            </a:pPr>
            <a:r>
              <a:rPr lang="en-US">
                <a:latin typeface="Georgia"/>
                <a:ea typeface="Georgia"/>
                <a:cs typeface="Georgia"/>
                <a:sym typeface="Georgia"/>
              </a:rPr>
              <a:t>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5. To categorize reviews into </a:t>
            </a:r>
            <a:r>
              <a:rPr lang="en-US">
                <a:latin typeface="Georgia"/>
                <a:ea typeface="Georgia"/>
                <a:cs typeface="Georgia"/>
                <a:sym typeface="Georgia"/>
              </a:rPr>
              <a:t>predefined</a:t>
            </a:r>
            <a:r>
              <a:rPr lang="en-US">
                <a:latin typeface="Georgia"/>
                <a:ea typeface="Georgia"/>
                <a:cs typeface="Georgia"/>
                <a:sym typeface="Georgia"/>
              </a:rPr>
              <a:t> meaningful tags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(e.g., Delivery Issue, Battery Issue, Packaging, etc.)</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a:t>
            </a:r>
            <a:endParaRPr>
              <a:latin typeface="Georgia"/>
              <a:ea typeface="Georgia"/>
              <a:cs typeface="Georgia"/>
              <a:sym typeface="Georgia"/>
            </a:endParaRPr>
          </a:p>
        </p:txBody>
      </p:sp>
      <p:pic>
        <p:nvPicPr>
          <p:cNvPr id="114" name="Google Shape;114;g3aaadddffe2_0_32"/>
          <p:cNvPicPr preferRelativeResize="0"/>
          <p:nvPr/>
        </p:nvPicPr>
        <p:blipFill>
          <a:blip r:embed="rId3">
            <a:alphaModFix/>
          </a:blip>
          <a:stretch>
            <a:fillRect/>
          </a:stretch>
        </p:blipFill>
        <p:spPr>
          <a:xfrm>
            <a:off x="7869650" y="0"/>
            <a:ext cx="4322352" cy="3587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3aaadddffe2_0_26"/>
          <p:cNvSpPr txBox="1"/>
          <p:nvPr>
            <p:ph type="title"/>
          </p:nvPr>
        </p:nvSpPr>
        <p:spPr>
          <a:xfrm>
            <a:off x="678884" y="603666"/>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SCOPE OF THE PROJECT:</a:t>
            </a:r>
            <a:endParaRPr/>
          </a:p>
        </p:txBody>
      </p:sp>
      <p:sp>
        <p:nvSpPr>
          <p:cNvPr id="121" name="Google Shape;121;g3aaadddffe2_0_26"/>
          <p:cNvSpPr txBox="1"/>
          <p:nvPr>
            <p:ph idx="1" type="body"/>
          </p:nvPr>
        </p:nvSpPr>
        <p:spPr>
          <a:xfrm>
            <a:off x="678884" y="1675075"/>
            <a:ext cx="10834200" cy="4398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latin typeface="Georgia"/>
                <a:ea typeface="Georgia"/>
                <a:cs typeface="Georgia"/>
                <a:sym typeface="Georgia"/>
              </a:rPr>
              <a:t>. Collect product reviews </a:t>
            </a:r>
            <a:r>
              <a:rPr lang="en-US">
                <a:latin typeface="Georgia"/>
                <a:ea typeface="Georgia"/>
                <a:cs typeface="Georgia"/>
                <a:sym typeface="Georgia"/>
              </a:rPr>
              <a:t>dataset</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Preprocess and clean the review text</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Apply rule-based phrase matching and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negation detection</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Generate predicted tags using the NLP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pipeline</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Evaluate results and generate analytics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visuals </a:t>
            </a:r>
            <a:endParaRPr>
              <a:latin typeface="Georgia"/>
              <a:ea typeface="Georgia"/>
              <a:cs typeface="Georgia"/>
              <a:sym typeface="Georgia"/>
            </a:endParaRPr>
          </a:p>
        </p:txBody>
      </p:sp>
      <p:pic>
        <p:nvPicPr>
          <p:cNvPr id="122" name="Google Shape;122;g3aaadddffe2_0_26"/>
          <p:cNvPicPr preferRelativeResize="0"/>
          <p:nvPr/>
        </p:nvPicPr>
        <p:blipFill>
          <a:blip r:embed="rId3">
            <a:alphaModFix/>
          </a:blip>
          <a:stretch>
            <a:fillRect/>
          </a:stretch>
        </p:blipFill>
        <p:spPr>
          <a:xfrm>
            <a:off x="7093275" y="2548825"/>
            <a:ext cx="5098726" cy="35242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3aaadddffe2_0_40"/>
          <p:cNvSpPr txBox="1"/>
          <p:nvPr>
            <p:ph type="title"/>
          </p:nvPr>
        </p:nvSpPr>
        <p:spPr>
          <a:xfrm>
            <a:off x="678884" y="603666"/>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METHODOLOGY:</a:t>
            </a:r>
            <a:endParaRPr/>
          </a:p>
        </p:txBody>
      </p:sp>
      <p:sp>
        <p:nvSpPr>
          <p:cNvPr id="129" name="Google Shape;129;g3aaadddffe2_0_40"/>
          <p:cNvSpPr txBox="1"/>
          <p:nvPr>
            <p:ph idx="1" type="body"/>
          </p:nvPr>
        </p:nvSpPr>
        <p:spPr>
          <a:xfrm>
            <a:off x="678884" y="1592725"/>
            <a:ext cx="10834200" cy="4398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latin typeface="Georgia"/>
                <a:ea typeface="Georgia"/>
                <a:cs typeface="Georgia"/>
                <a:sym typeface="Georgia"/>
              </a:rPr>
              <a:t>. Data Collection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Text Preprocessing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(Tokenization, Cleaning, Stemming)</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Tag dictionary design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Rule-based tagging using pattern matching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(Regex/spaCy PhraseMatcher)</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Evaluation and visualization </a:t>
            </a:r>
            <a:endParaRPr>
              <a:latin typeface="Georgia"/>
              <a:ea typeface="Georgia"/>
              <a:cs typeface="Georgia"/>
              <a:sym typeface="Georgia"/>
            </a:endParaRPr>
          </a:p>
        </p:txBody>
      </p:sp>
      <p:pic>
        <p:nvPicPr>
          <p:cNvPr id="130" name="Google Shape;130;g3aaadddffe2_0_40"/>
          <p:cNvPicPr preferRelativeResize="0"/>
          <p:nvPr/>
        </p:nvPicPr>
        <p:blipFill>
          <a:blip r:embed="rId3">
            <a:alphaModFix/>
          </a:blip>
          <a:stretch>
            <a:fillRect/>
          </a:stretch>
        </p:blipFill>
        <p:spPr>
          <a:xfrm>
            <a:off x="5787550" y="4093625"/>
            <a:ext cx="6404452" cy="20147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3aaadddffe2_0_46"/>
          <p:cNvSpPr txBox="1"/>
          <p:nvPr>
            <p:ph type="title"/>
          </p:nvPr>
        </p:nvSpPr>
        <p:spPr>
          <a:xfrm>
            <a:off x="678884" y="603666"/>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 STEP 1: DATA COLLECTION </a:t>
            </a:r>
            <a:endParaRPr/>
          </a:p>
        </p:txBody>
      </p:sp>
      <p:sp>
        <p:nvSpPr>
          <p:cNvPr id="137" name="Google Shape;137;g3aaadddffe2_0_46"/>
          <p:cNvSpPr txBox="1"/>
          <p:nvPr>
            <p:ph idx="1" type="body"/>
          </p:nvPr>
        </p:nvSpPr>
        <p:spPr>
          <a:xfrm>
            <a:off x="678884" y="1675075"/>
            <a:ext cx="10834200" cy="4398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latin typeface="Impact"/>
                <a:ea typeface="Impact"/>
                <a:cs typeface="Impact"/>
                <a:sym typeface="Impact"/>
              </a:rPr>
              <a:t>Source datasets:</a:t>
            </a:r>
            <a:r>
              <a:rPr lang="en-US">
                <a:latin typeface="Georgia"/>
                <a:ea typeface="Georgia"/>
                <a:cs typeface="Georgia"/>
                <a:sym typeface="Georgia"/>
              </a:rPr>
              <a:t>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.Public datasets such as Snapdeal       Products Review API dataset</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.Scraped reviews from Flipkart        (limited to 1000 reviews with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beautifulSoup)</a:t>
            </a:r>
            <a:endParaRPr>
              <a:latin typeface="Georgia"/>
              <a:ea typeface="Georgia"/>
              <a:cs typeface="Georgia"/>
              <a:sym typeface="Georgia"/>
            </a:endParaRPr>
          </a:p>
          <a:p>
            <a:pPr indent="0" lvl="0" marL="0" rtl="0" algn="l">
              <a:spcBef>
                <a:spcPts val="1000"/>
              </a:spcBef>
              <a:spcAft>
                <a:spcPts val="0"/>
              </a:spcAft>
              <a:buNone/>
            </a:pPr>
            <a:r>
              <a:rPr lang="en-US">
                <a:latin typeface="Impact"/>
                <a:ea typeface="Impact"/>
                <a:cs typeface="Impact"/>
                <a:sym typeface="Impact"/>
              </a:rPr>
              <a:t>Collected fields: </a:t>
            </a:r>
            <a:endParaRPr>
              <a:latin typeface="Impact"/>
              <a:ea typeface="Impact"/>
              <a:cs typeface="Impact"/>
              <a:sym typeface="Impact"/>
            </a:endParaRPr>
          </a:p>
          <a:p>
            <a:pPr indent="0" lvl="0" marL="0" rtl="0" algn="l">
              <a:spcBef>
                <a:spcPts val="1000"/>
              </a:spcBef>
              <a:spcAft>
                <a:spcPts val="0"/>
              </a:spcAft>
              <a:buNone/>
            </a:pPr>
            <a:r>
              <a:rPr lang="en-US">
                <a:latin typeface="Georgia"/>
                <a:ea typeface="Georgia"/>
                <a:cs typeface="Georgia"/>
                <a:sym typeface="Georgia"/>
              </a:rPr>
              <a:t>.Review text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.Star rating </a:t>
            </a:r>
            <a:endParaRPr>
              <a:latin typeface="Georgia"/>
              <a:ea typeface="Georgia"/>
              <a:cs typeface="Georgia"/>
              <a:sym typeface="Georgia"/>
            </a:endParaRPr>
          </a:p>
        </p:txBody>
      </p:sp>
      <p:pic>
        <p:nvPicPr>
          <p:cNvPr id="138" name="Google Shape;138;g3aaadddffe2_0_46"/>
          <p:cNvPicPr preferRelativeResize="0"/>
          <p:nvPr/>
        </p:nvPicPr>
        <p:blipFill>
          <a:blip r:embed="rId3">
            <a:alphaModFix/>
          </a:blip>
          <a:stretch>
            <a:fillRect/>
          </a:stretch>
        </p:blipFill>
        <p:spPr>
          <a:xfrm>
            <a:off x="6031299" y="2117399"/>
            <a:ext cx="477525" cy="477525"/>
          </a:xfrm>
          <a:prstGeom prst="rect">
            <a:avLst/>
          </a:prstGeom>
          <a:noFill/>
          <a:ln>
            <a:noFill/>
          </a:ln>
        </p:spPr>
      </p:pic>
      <p:pic>
        <p:nvPicPr>
          <p:cNvPr id="139" name="Google Shape;139;g3aaadddffe2_0_46"/>
          <p:cNvPicPr preferRelativeResize="0"/>
          <p:nvPr/>
        </p:nvPicPr>
        <p:blipFill>
          <a:blip r:embed="rId4">
            <a:alphaModFix/>
          </a:blip>
          <a:stretch>
            <a:fillRect/>
          </a:stretch>
        </p:blipFill>
        <p:spPr>
          <a:xfrm>
            <a:off x="5646475" y="2787900"/>
            <a:ext cx="619100" cy="346700"/>
          </a:xfrm>
          <a:prstGeom prst="rect">
            <a:avLst/>
          </a:prstGeom>
          <a:noFill/>
          <a:ln>
            <a:noFill/>
          </a:ln>
        </p:spPr>
      </p:pic>
      <p:pic>
        <p:nvPicPr>
          <p:cNvPr id="140" name="Google Shape;140;g3aaadddffe2_0_46"/>
          <p:cNvPicPr preferRelativeResize="0"/>
          <p:nvPr/>
        </p:nvPicPr>
        <p:blipFill rotWithShape="1">
          <a:blip r:embed="rId5">
            <a:alphaModFix/>
          </a:blip>
          <a:srcRect b="-25151" l="0" r="0" t="3704"/>
          <a:stretch/>
        </p:blipFill>
        <p:spPr>
          <a:xfrm>
            <a:off x="6265575" y="3234900"/>
            <a:ext cx="5298976" cy="36787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3aaadddffe2_0_20"/>
          <p:cNvSpPr txBox="1"/>
          <p:nvPr>
            <p:ph type="title"/>
          </p:nvPr>
        </p:nvSpPr>
        <p:spPr>
          <a:xfrm>
            <a:off x="678884" y="603666"/>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 STEP 2: DATA PREPROCESSING</a:t>
            </a:r>
            <a:endParaRPr/>
          </a:p>
        </p:txBody>
      </p:sp>
      <p:sp>
        <p:nvSpPr>
          <p:cNvPr id="147" name="Google Shape;147;g3aaadddffe2_0_20"/>
          <p:cNvSpPr txBox="1"/>
          <p:nvPr>
            <p:ph idx="1" type="body"/>
          </p:nvPr>
        </p:nvSpPr>
        <p:spPr>
          <a:xfrm>
            <a:off x="678884" y="1675075"/>
            <a:ext cx="10834200" cy="4398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latin typeface="Impact"/>
                <a:ea typeface="Impact"/>
                <a:cs typeface="Impact"/>
                <a:sym typeface="Impact"/>
              </a:rPr>
              <a:t>TASK</a:t>
            </a:r>
            <a:r>
              <a:rPr lang="en-US">
                <a:latin typeface="Georgia"/>
                <a:ea typeface="Georgia"/>
                <a:cs typeface="Georgia"/>
                <a:sym typeface="Georgia"/>
              </a:rPr>
              <a:t>                                                  </a:t>
            </a:r>
            <a:r>
              <a:rPr lang="en-US">
                <a:latin typeface="Impact"/>
                <a:ea typeface="Impact"/>
                <a:cs typeface="Impact"/>
                <a:sym typeface="Impact"/>
              </a:rPr>
              <a:t>DESCRIPTION</a:t>
            </a:r>
            <a:endParaRPr>
              <a:latin typeface="Impact"/>
              <a:ea typeface="Impact"/>
              <a:cs typeface="Impact"/>
              <a:sym typeface="Impact"/>
            </a:endParaRPr>
          </a:p>
          <a:p>
            <a:pPr indent="0" lvl="0" marL="0" rtl="0" algn="l">
              <a:spcBef>
                <a:spcPts val="1000"/>
              </a:spcBef>
              <a:spcAft>
                <a:spcPts val="0"/>
              </a:spcAft>
              <a:buNone/>
            </a:pPr>
            <a:r>
              <a:rPr lang="en-US">
                <a:latin typeface="Georgia"/>
                <a:ea typeface="Georgia"/>
                <a:cs typeface="Georgia"/>
                <a:sym typeface="Georgia"/>
              </a:rPr>
              <a:t>Lowercasing                                    Standardize text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Remove punctuation                     Clean noise via regex</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&amp; emojis</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Remove stop-words                        Words like the,is,was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Tokenization                                     Splitting text into </a:t>
            </a:r>
            <a:r>
              <a:rPr lang="en-US">
                <a:latin typeface="Georgia"/>
                <a:ea typeface="Georgia"/>
                <a:cs typeface="Georgia"/>
                <a:sym typeface="Georgia"/>
              </a:rPr>
              <a:t>words</a:t>
            </a:r>
            <a:r>
              <a:rPr lang="en-US">
                <a:latin typeface="Georgia"/>
                <a:ea typeface="Georgia"/>
                <a:cs typeface="Georgia"/>
                <a:sym typeface="Georgia"/>
              </a:rPr>
              <a:t>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Stemming/Lemmatization             Convert words to root form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Negation detection                           e.g., not good battery  </a:t>
            </a:r>
            <a:endParaRPr>
              <a:latin typeface="Georgia"/>
              <a:ea typeface="Georgia"/>
              <a:cs typeface="Georgia"/>
              <a:sym typeface="Georgi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aaadddffe2_0_69"/>
          <p:cNvSpPr txBox="1"/>
          <p:nvPr>
            <p:ph type="title"/>
          </p:nvPr>
        </p:nvSpPr>
        <p:spPr>
          <a:xfrm>
            <a:off x="678884" y="603666"/>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STEP 3: TAG DICTIONARY CREATION</a:t>
            </a:r>
            <a:endParaRPr/>
          </a:p>
        </p:txBody>
      </p:sp>
      <p:sp>
        <p:nvSpPr>
          <p:cNvPr id="154" name="Google Shape;154;g3aaadddffe2_0_69"/>
          <p:cNvSpPr txBox="1"/>
          <p:nvPr>
            <p:ph idx="1" type="body"/>
          </p:nvPr>
        </p:nvSpPr>
        <p:spPr>
          <a:xfrm>
            <a:off x="678884" y="1675075"/>
            <a:ext cx="10834200" cy="4398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latin typeface="Georgia"/>
                <a:ea typeface="Georgia"/>
                <a:cs typeface="Georgia"/>
                <a:sym typeface="Georgia"/>
              </a:rPr>
              <a:t>A JSON/CSV mapping of tags → keyword patterns and synonyms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Example: </a:t>
            </a:r>
            <a:endParaRPr>
              <a:latin typeface="Georgia"/>
              <a:ea typeface="Georgia"/>
              <a:cs typeface="Georgia"/>
              <a:sym typeface="Georgia"/>
            </a:endParaRPr>
          </a:p>
          <a:p>
            <a:pPr indent="0" lvl="0" marL="0" rtl="0" algn="l">
              <a:spcBef>
                <a:spcPts val="1000"/>
              </a:spcBef>
              <a:spcAft>
                <a:spcPts val="0"/>
              </a:spcAft>
              <a:buNone/>
            </a:pPr>
            <a:r>
              <a:rPr lang="en-US">
                <a:latin typeface="Impact"/>
                <a:ea typeface="Impact"/>
                <a:cs typeface="Impact"/>
                <a:sym typeface="Impact"/>
              </a:rPr>
              <a:t>TAG                                            KEYWORDS</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Late Delivery               delayed, came late, took too long, shipment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delayed</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Battery Issue               battery drains, poor battery, dies quickly </a:t>
            </a:r>
            <a:endParaRPr>
              <a:latin typeface="Georgia"/>
              <a:ea typeface="Georgia"/>
              <a:cs typeface="Georgia"/>
              <a:sym typeface="Georgi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3aaadddffe2_0_63"/>
          <p:cNvSpPr txBox="1"/>
          <p:nvPr>
            <p:ph type="title"/>
          </p:nvPr>
        </p:nvSpPr>
        <p:spPr>
          <a:xfrm>
            <a:off x="678884" y="603666"/>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STEP 4: PATTERN BASED TAGGING </a:t>
            </a:r>
            <a:endParaRPr/>
          </a:p>
        </p:txBody>
      </p:sp>
      <p:sp>
        <p:nvSpPr>
          <p:cNvPr id="161" name="Google Shape;161;g3aaadddffe2_0_63"/>
          <p:cNvSpPr txBox="1"/>
          <p:nvPr>
            <p:ph idx="1" type="body"/>
          </p:nvPr>
        </p:nvSpPr>
        <p:spPr>
          <a:xfrm>
            <a:off x="678884" y="1675075"/>
            <a:ext cx="10834200" cy="4398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latin typeface="Georgia"/>
                <a:ea typeface="Georgia"/>
                <a:cs typeface="Georgia"/>
                <a:sym typeface="Georgia"/>
              </a:rPr>
              <a:t>Using rules </a:t>
            </a:r>
            <a:r>
              <a:rPr lang="en-US">
                <a:latin typeface="Georgia"/>
                <a:ea typeface="Georgia"/>
                <a:cs typeface="Georgia"/>
                <a:sym typeface="Georgia"/>
              </a:rPr>
              <a:t>such</a:t>
            </a:r>
            <a:r>
              <a:rPr lang="en-US">
                <a:latin typeface="Georgia"/>
                <a:ea typeface="Georgia"/>
                <a:cs typeface="Georgia"/>
                <a:sym typeface="Georgia"/>
              </a:rPr>
              <a:t> as: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.PhraseMatcher (spaCy)</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.Regular Expressions (regex pattern matching)</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.Multi-label extraction</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.Negation filtering:</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.”Not a battery issue”→remove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battery issue tag</a:t>
            </a:r>
            <a:endParaRPr>
              <a:latin typeface="Georgia"/>
              <a:ea typeface="Georgia"/>
              <a:cs typeface="Georgia"/>
              <a:sym typeface="Georgia"/>
            </a:endParaRPr>
          </a:p>
          <a:p>
            <a:pPr indent="0" lvl="0" marL="0" rtl="0" algn="l">
              <a:spcBef>
                <a:spcPts val="1000"/>
              </a:spcBef>
              <a:spcAft>
                <a:spcPts val="0"/>
              </a:spcAft>
              <a:buNone/>
            </a:pPr>
            <a:r>
              <a:t/>
            </a:r>
            <a:endParaRPr>
              <a:latin typeface="Georgia"/>
              <a:ea typeface="Georgia"/>
              <a:cs typeface="Georgia"/>
              <a:sym typeface="Georgia"/>
            </a:endParaRPr>
          </a:p>
        </p:txBody>
      </p:sp>
      <p:pic>
        <p:nvPicPr>
          <p:cNvPr id="162" name="Google Shape;162;g3aaadddffe2_0_63"/>
          <p:cNvPicPr preferRelativeResize="0"/>
          <p:nvPr/>
        </p:nvPicPr>
        <p:blipFill>
          <a:blip r:embed="rId3">
            <a:alphaModFix/>
          </a:blip>
          <a:stretch>
            <a:fillRect/>
          </a:stretch>
        </p:blipFill>
        <p:spPr>
          <a:xfrm>
            <a:off x="5999275" y="3199625"/>
            <a:ext cx="5513800" cy="28734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aaadddffe2_0_57"/>
          <p:cNvSpPr txBox="1"/>
          <p:nvPr>
            <p:ph type="title"/>
          </p:nvPr>
        </p:nvSpPr>
        <p:spPr>
          <a:xfrm>
            <a:off x="678884" y="603666"/>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STEP 5: OUTPUT GENERATION: </a:t>
            </a:r>
            <a:endParaRPr/>
          </a:p>
        </p:txBody>
      </p:sp>
      <p:sp>
        <p:nvSpPr>
          <p:cNvPr id="169" name="Google Shape;169;g3aaadddffe2_0_57"/>
          <p:cNvSpPr txBox="1"/>
          <p:nvPr>
            <p:ph idx="1" type="body"/>
          </p:nvPr>
        </p:nvSpPr>
        <p:spPr>
          <a:xfrm>
            <a:off x="678884" y="1675075"/>
            <a:ext cx="10834200" cy="4398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latin typeface="Georgia"/>
                <a:ea typeface="Georgia"/>
                <a:cs typeface="Georgia"/>
                <a:sym typeface="Georgia"/>
              </a:rPr>
              <a:t>. Structured format: CSV or JSON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Columns: Review Text, Clean Review, Rating, Predicted Tags</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Visualization: Bar graph/Pie chart of tag frequency </a:t>
            </a:r>
            <a:endParaRPr>
              <a:latin typeface="Georgia"/>
              <a:ea typeface="Georgia"/>
              <a:cs typeface="Georgia"/>
              <a:sym typeface="Georgia"/>
            </a:endParaRPr>
          </a:p>
        </p:txBody>
      </p:sp>
      <p:pic>
        <p:nvPicPr>
          <p:cNvPr id="170" name="Google Shape;170;g3aaadddffe2_0_57"/>
          <p:cNvPicPr preferRelativeResize="0"/>
          <p:nvPr/>
        </p:nvPicPr>
        <p:blipFill>
          <a:blip r:embed="rId3">
            <a:alphaModFix/>
          </a:blip>
          <a:stretch>
            <a:fillRect/>
          </a:stretch>
        </p:blipFill>
        <p:spPr>
          <a:xfrm>
            <a:off x="0" y="3164325"/>
            <a:ext cx="12192000" cy="29087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aaadddffe2_0_97"/>
          <p:cNvSpPr txBox="1"/>
          <p:nvPr>
            <p:ph type="title"/>
          </p:nvPr>
        </p:nvSpPr>
        <p:spPr>
          <a:xfrm>
            <a:off x="678884" y="603666"/>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SYSTEM WORKFLOW DIAGRAM: </a:t>
            </a:r>
            <a:endParaRPr/>
          </a:p>
        </p:txBody>
      </p:sp>
      <p:sp>
        <p:nvSpPr>
          <p:cNvPr id="177" name="Google Shape;177;g3aaadddffe2_0_97"/>
          <p:cNvSpPr txBox="1"/>
          <p:nvPr>
            <p:ph idx="1" type="body"/>
          </p:nvPr>
        </p:nvSpPr>
        <p:spPr>
          <a:xfrm>
            <a:off x="678884" y="1675075"/>
            <a:ext cx="10834200" cy="4398000"/>
          </a:xfrm>
          <a:prstGeom prst="rect">
            <a:avLst/>
          </a:prstGeom>
        </p:spPr>
        <p:txBody>
          <a:bodyPr anchorCtr="0" anchor="t" bIns="45700" lIns="91425" spcFirstLastPara="1" rIns="91425" wrap="square" tIns="45700">
            <a:normAutofit fontScale="85000" lnSpcReduction="20000"/>
          </a:bodyPr>
          <a:lstStyle/>
          <a:p>
            <a:pPr indent="0" lvl="0" marL="0" rtl="0" algn="l">
              <a:spcBef>
                <a:spcPts val="1000"/>
              </a:spcBef>
              <a:spcAft>
                <a:spcPts val="0"/>
              </a:spcAft>
              <a:buNone/>
            </a:pPr>
            <a:r>
              <a:rPr lang="en-US">
                <a:latin typeface="Georgia"/>
                <a:ea typeface="Georgia"/>
                <a:cs typeface="Georgia"/>
                <a:sym typeface="Georgia"/>
              </a:rPr>
              <a:t>Raw Review Data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Text Preprocessing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Keyword &amp; Pattern Matching Engine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Negation + Rule Filtering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Final Tag Assignment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CSV/JSON Output + Dashboard Charts </a:t>
            </a:r>
            <a:endParaRPr>
              <a:latin typeface="Georgia"/>
              <a:ea typeface="Georgia"/>
              <a:cs typeface="Georgia"/>
              <a:sym typeface="Georgia"/>
            </a:endParaRPr>
          </a:p>
        </p:txBody>
      </p:sp>
      <p:pic>
        <p:nvPicPr>
          <p:cNvPr id="178" name="Google Shape;178;g3aaadddffe2_0_97"/>
          <p:cNvPicPr preferRelativeResize="0"/>
          <p:nvPr/>
        </p:nvPicPr>
        <p:blipFill>
          <a:blip r:embed="rId3">
            <a:alphaModFix/>
          </a:blip>
          <a:stretch>
            <a:fillRect/>
          </a:stretch>
        </p:blipFill>
        <p:spPr>
          <a:xfrm>
            <a:off x="6133250" y="1216575"/>
            <a:ext cx="6058749" cy="4856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3aaadddffe2_0_91"/>
          <p:cNvSpPr txBox="1"/>
          <p:nvPr>
            <p:ph type="title"/>
          </p:nvPr>
        </p:nvSpPr>
        <p:spPr>
          <a:xfrm>
            <a:off x="678884" y="603666"/>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EVALUATION: </a:t>
            </a:r>
            <a:endParaRPr/>
          </a:p>
        </p:txBody>
      </p:sp>
      <p:sp>
        <p:nvSpPr>
          <p:cNvPr id="185" name="Google Shape;185;g3aaadddffe2_0_91"/>
          <p:cNvSpPr txBox="1"/>
          <p:nvPr>
            <p:ph idx="1" type="body"/>
          </p:nvPr>
        </p:nvSpPr>
        <p:spPr>
          <a:xfrm>
            <a:off x="678884" y="1675075"/>
            <a:ext cx="10834200" cy="4398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latin typeface="Georgia"/>
                <a:ea typeface="Georgia"/>
                <a:cs typeface="Georgia"/>
                <a:sym typeface="Georgia"/>
              </a:rPr>
              <a:t>Manual evaluation on 100 real reviews: </a:t>
            </a:r>
            <a:endParaRPr>
              <a:latin typeface="Georgia"/>
              <a:ea typeface="Georgia"/>
              <a:cs typeface="Georgia"/>
              <a:sym typeface="Georgia"/>
            </a:endParaRPr>
          </a:p>
          <a:p>
            <a:pPr indent="0" lvl="0" marL="0" rtl="0" algn="l">
              <a:spcBef>
                <a:spcPts val="1000"/>
              </a:spcBef>
              <a:spcAft>
                <a:spcPts val="0"/>
              </a:spcAft>
              <a:buNone/>
            </a:pPr>
            <a:r>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Metric                       Result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Precision                  ≥ 80%</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Recall                       Based on dictionary coverage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Accuracy                  High for specific phrase-based tagging </a:t>
            </a:r>
            <a:endParaRPr>
              <a:latin typeface="Georgia"/>
              <a:ea typeface="Georgia"/>
              <a:cs typeface="Georgia"/>
              <a:sym typeface="Georgi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3aaadddffe2_0_79"/>
          <p:cNvSpPr txBox="1"/>
          <p:nvPr>
            <p:ph type="title"/>
          </p:nvPr>
        </p:nvSpPr>
        <p:spPr>
          <a:xfrm>
            <a:off x="678884" y="603666"/>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ADVANTAGES: </a:t>
            </a:r>
            <a:endParaRPr/>
          </a:p>
        </p:txBody>
      </p:sp>
      <p:sp>
        <p:nvSpPr>
          <p:cNvPr id="192" name="Google Shape;192;g3aaadddffe2_0_79"/>
          <p:cNvSpPr txBox="1"/>
          <p:nvPr>
            <p:ph idx="1" type="body"/>
          </p:nvPr>
        </p:nvSpPr>
        <p:spPr>
          <a:xfrm>
            <a:off x="678884" y="1675075"/>
            <a:ext cx="10834200" cy="4398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latin typeface="Georgia"/>
                <a:ea typeface="Georgia"/>
                <a:cs typeface="Georgia"/>
                <a:sym typeface="Georgia"/>
              </a:rPr>
              <a:t>. High precision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No training data required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Easy to customize for new tags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Fast processing even for large datasets</a:t>
            </a:r>
            <a:endParaRPr>
              <a:latin typeface="Georgia"/>
              <a:ea typeface="Georgia"/>
              <a:cs typeface="Georgia"/>
              <a:sym typeface="Georgia"/>
            </a:endParaRPr>
          </a:p>
        </p:txBody>
      </p:sp>
      <p:pic>
        <p:nvPicPr>
          <p:cNvPr id="193" name="Google Shape;193;g3aaadddffe2_0_79"/>
          <p:cNvPicPr preferRelativeResize="0"/>
          <p:nvPr/>
        </p:nvPicPr>
        <p:blipFill>
          <a:blip r:embed="rId3">
            <a:alphaModFix/>
          </a:blip>
          <a:stretch>
            <a:fillRect/>
          </a:stretch>
        </p:blipFill>
        <p:spPr>
          <a:xfrm>
            <a:off x="3893075" y="3693675"/>
            <a:ext cx="7620000" cy="23794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3aaadddffe2_0_85"/>
          <p:cNvSpPr txBox="1"/>
          <p:nvPr>
            <p:ph type="title"/>
          </p:nvPr>
        </p:nvSpPr>
        <p:spPr>
          <a:xfrm>
            <a:off x="678884" y="603666"/>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LIMITATIONS: </a:t>
            </a:r>
            <a:endParaRPr/>
          </a:p>
        </p:txBody>
      </p:sp>
      <p:sp>
        <p:nvSpPr>
          <p:cNvPr id="200" name="Google Shape;200;g3aaadddffe2_0_85"/>
          <p:cNvSpPr txBox="1"/>
          <p:nvPr>
            <p:ph idx="1" type="body"/>
          </p:nvPr>
        </p:nvSpPr>
        <p:spPr>
          <a:xfrm>
            <a:off x="678884" y="1675075"/>
            <a:ext cx="10834200" cy="4398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latin typeface="Georgia"/>
                <a:ea typeface="Georgia"/>
                <a:cs typeface="Georgia"/>
                <a:sym typeface="Georgia"/>
              </a:rPr>
              <a:t>. Can miss unexpected phrasing</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(recall depends on dictionary)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Negation handling is basic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Cannot understand deep context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like ML-based models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a:t>
            </a:r>
            <a:endParaRPr>
              <a:latin typeface="Georgia"/>
              <a:ea typeface="Georgia"/>
              <a:cs typeface="Georgia"/>
              <a:sym typeface="Georgia"/>
            </a:endParaRPr>
          </a:p>
        </p:txBody>
      </p:sp>
      <p:pic>
        <p:nvPicPr>
          <p:cNvPr id="201" name="Google Shape;201;g3aaadddffe2_0_85"/>
          <p:cNvPicPr preferRelativeResize="0"/>
          <p:nvPr/>
        </p:nvPicPr>
        <p:blipFill>
          <a:blip r:embed="rId3">
            <a:alphaModFix/>
          </a:blip>
          <a:stretch>
            <a:fillRect/>
          </a:stretch>
        </p:blipFill>
        <p:spPr>
          <a:xfrm>
            <a:off x="6093375" y="2163950"/>
            <a:ext cx="6098625" cy="39091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3aaadddffe2_0_119"/>
          <p:cNvSpPr txBox="1"/>
          <p:nvPr>
            <p:ph type="title"/>
          </p:nvPr>
        </p:nvSpPr>
        <p:spPr>
          <a:xfrm>
            <a:off x="678884" y="603666"/>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APPLICATIONS:</a:t>
            </a:r>
            <a:endParaRPr/>
          </a:p>
        </p:txBody>
      </p:sp>
      <p:sp>
        <p:nvSpPr>
          <p:cNvPr id="208" name="Google Shape;208;g3aaadddffe2_0_119"/>
          <p:cNvSpPr txBox="1"/>
          <p:nvPr>
            <p:ph idx="1" type="body"/>
          </p:nvPr>
        </p:nvSpPr>
        <p:spPr>
          <a:xfrm>
            <a:off x="678884" y="1675075"/>
            <a:ext cx="10834200" cy="4398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latin typeface="Georgia"/>
                <a:ea typeface="Georgia"/>
                <a:cs typeface="Georgia"/>
                <a:sym typeface="Georgia"/>
              </a:rPr>
              <a:t>.Customers experiences dashboards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.Quality monitoring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.Product improvement analysis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.Automated </a:t>
            </a:r>
            <a:r>
              <a:rPr lang="en-US">
                <a:latin typeface="Georgia"/>
                <a:ea typeface="Georgia"/>
                <a:cs typeface="Georgia"/>
                <a:sym typeface="Georgia"/>
              </a:rPr>
              <a:t>feedback categorization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.Business intelligence reporting </a:t>
            </a:r>
            <a:endParaRPr>
              <a:latin typeface="Georgia"/>
              <a:ea typeface="Georgia"/>
              <a:cs typeface="Georgia"/>
              <a:sym typeface="Georgia"/>
            </a:endParaRPr>
          </a:p>
        </p:txBody>
      </p:sp>
      <p:pic>
        <p:nvPicPr>
          <p:cNvPr id="209" name="Google Shape;209;g3aaadddffe2_0_119"/>
          <p:cNvPicPr preferRelativeResize="0"/>
          <p:nvPr/>
        </p:nvPicPr>
        <p:blipFill>
          <a:blip r:embed="rId3">
            <a:alphaModFix/>
          </a:blip>
          <a:stretch>
            <a:fillRect/>
          </a:stretch>
        </p:blipFill>
        <p:spPr>
          <a:xfrm>
            <a:off x="6469800" y="1675075"/>
            <a:ext cx="5722200" cy="4304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3aaadddffe2_0_113"/>
          <p:cNvSpPr txBox="1"/>
          <p:nvPr>
            <p:ph type="title"/>
          </p:nvPr>
        </p:nvSpPr>
        <p:spPr>
          <a:xfrm>
            <a:off x="678884" y="603666"/>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REFERENCES:</a:t>
            </a:r>
            <a:endParaRPr/>
          </a:p>
        </p:txBody>
      </p:sp>
      <p:sp>
        <p:nvSpPr>
          <p:cNvPr id="216" name="Google Shape;216;g3aaadddffe2_0_113"/>
          <p:cNvSpPr txBox="1"/>
          <p:nvPr>
            <p:ph idx="1" type="body"/>
          </p:nvPr>
        </p:nvSpPr>
        <p:spPr>
          <a:xfrm>
            <a:off x="678884" y="1675075"/>
            <a:ext cx="10834200" cy="4398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latin typeface="Georgia"/>
                <a:ea typeface="Georgia"/>
                <a:cs typeface="Georgia"/>
                <a:sym typeface="Georgia"/>
              </a:rPr>
              <a:t>.NLP with spaCy Documentation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.Text Mining for Customer Feedback-</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a:t>
            </a:r>
            <a:r>
              <a:rPr lang="en-US">
                <a:latin typeface="Georgia"/>
                <a:ea typeface="Georgia"/>
                <a:cs typeface="Georgia"/>
                <a:sym typeface="Georgia"/>
              </a:rPr>
              <a:t>Research</a:t>
            </a:r>
            <a:r>
              <a:rPr lang="en-US">
                <a:latin typeface="Georgia"/>
                <a:ea typeface="Georgia"/>
                <a:cs typeface="Georgia"/>
                <a:sym typeface="Georgia"/>
              </a:rPr>
              <a:t> papers</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.E-commerce domain </a:t>
            </a:r>
            <a:r>
              <a:rPr lang="en-US">
                <a:latin typeface="Georgia"/>
                <a:ea typeface="Georgia"/>
                <a:cs typeface="Georgia"/>
                <a:sym typeface="Georgia"/>
              </a:rPr>
              <a:t>sentiment</a:t>
            </a:r>
            <a:r>
              <a:rPr lang="en-US">
                <a:latin typeface="Georgia"/>
                <a:ea typeface="Georgia"/>
                <a:cs typeface="Georgia"/>
                <a:sym typeface="Georgia"/>
              </a:rPr>
              <a:t> analysis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publications</a:t>
            </a:r>
            <a:endParaRPr>
              <a:latin typeface="Georgia"/>
              <a:ea typeface="Georgia"/>
              <a:cs typeface="Georgia"/>
              <a:sym typeface="Georgia"/>
            </a:endParaRPr>
          </a:p>
        </p:txBody>
      </p:sp>
      <p:pic>
        <p:nvPicPr>
          <p:cNvPr id="217" name="Google Shape;217;g3aaadddffe2_0_113"/>
          <p:cNvPicPr preferRelativeResize="0"/>
          <p:nvPr/>
        </p:nvPicPr>
        <p:blipFill>
          <a:blip r:embed="rId3">
            <a:alphaModFix/>
          </a:blip>
          <a:stretch>
            <a:fillRect/>
          </a:stretch>
        </p:blipFill>
        <p:spPr>
          <a:xfrm>
            <a:off x="4763600" y="3705425"/>
            <a:ext cx="6749474" cy="23140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3aaadddffe2_0_107"/>
          <p:cNvSpPr txBox="1"/>
          <p:nvPr>
            <p:ph type="title"/>
          </p:nvPr>
        </p:nvSpPr>
        <p:spPr>
          <a:xfrm>
            <a:off x="678884" y="603666"/>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LITERATURE REVIEW: </a:t>
            </a:r>
            <a:endParaRPr/>
          </a:p>
        </p:txBody>
      </p:sp>
      <p:sp>
        <p:nvSpPr>
          <p:cNvPr id="224" name="Google Shape;224;g3aaadddffe2_0_107"/>
          <p:cNvSpPr txBox="1"/>
          <p:nvPr>
            <p:ph idx="1" type="body"/>
          </p:nvPr>
        </p:nvSpPr>
        <p:spPr>
          <a:xfrm>
            <a:off x="678875" y="1451575"/>
            <a:ext cx="10834200" cy="4606500"/>
          </a:xfrm>
          <a:prstGeom prst="rect">
            <a:avLst/>
          </a:prstGeom>
        </p:spPr>
        <p:txBody>
          <a:bodyPr anchorCtr="0" anchor="t" bIns="45700" lIns="91425" spcFirstLastPara="1" rIns="91425" wrap="square" tIns="45700">
            <a:normAutofit fontScale="70000" lnSpcReduction="20000"/>
          </a:bodyPr>
          <a:lstStyle/>
          <a:p>
            <a:pPr indent="0" lvl="0" marL="0" rtl="0" algn="l">
              <a:spcBef>
                <a:spcPts val="1000"/>
              </a:spcBef>
              <a:spcAft>
                <a:spcPts val="0"/>
              </a:spcAft>
              <a:buNone/>
            </a:pPr>
            <a:r>
              <a:rPr lang="en-US">
                <a:latin typeface="Georgia"/>
                <a:ea typeface="Georgia"/>
                <a:cs typeface="Georgia"/>
                <a:sym typeface="Georgia"/>
              </a:rPr>
              <a:t>Traditional</a:t>
            </a:r>
            <a:r>
              <a:rPr lang="en-US">
                <a:latin typeface="Georgia"/>
                <a:ea typeface="Georgia"/>
                <a:cs typeface="Georgia"/>
                <a:sym typeface="Georgia"/>
              </a:rPr>
              <a:t> sentiment analysis uses machine learning or deep learning models (Naive Bayes, SVM, LSTM, BERT).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However, rule-based NLP is still widely </a:t>
            </a:r>
            <a:r>
              <a:rPr lang="en-US">
                <a:latin typeface="Georgia"/>
                <a:ea typeface="Georgia"/>
                <a:cs typeface="Georgia"/>
                <a:sym typeface="Georgia"/>
              </a:rPr>
              <a:t>used</a:t>
            </a:r>
            <a:r>
              <a:rPr lang="en-US">
                <a:latin typeface="Georgia"/>
                <a:ea typeface="Georgia"/>
                <a:cs typeface="Georgia"/>
                <a:sym typeface="Georgia"/>
              </a:rPr>
              <a:t>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where:</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.Training data is limited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.High precision is required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.Domain-specific phrase recognition matters </a:t>
            </a:r>
            <a:endParaRPr>
              <a:latin typeface="Georgia"/>
              <a:ea typeface="Georgia"/>
              <a:cs typeface="Georgia"/>
              <a:sym typeface="Georgia"/>
            </a:endParaRPr>
          </a:p>
          <a:p>
            <a:pPr indent="0" lvl="0" marL="0" rtl="0" algn="l">
              <a:spcBef>
                <a:spcPts val="1000"/>
              </a:spcBef>
              <a:spcAft>
                <a:spcPts val="0"/>
              </a:spcAft>
              <a:buNone/>
            </a:pPr>
            <a:r>
              <a:rPr lang="en-US">
                <a:latin typeface="Impact"/>
                <a:ea typeface="Impact"/>
                <a:cs typeface="Impact"/>
                <a:sym typeface="Impact"/>
              </a:rPr>
              <a:t>Techniques referenced:</a:t>
            </a:r>
            <a:endParaRPr>
              <a:latin typeface="Impact"/>
              <a:ea typeface="Impact"/>
              <a:cs typeface="Impact"/>
              <a:sym typeface="Impact"/>
            </a:endParaRPr>
          </a:p>
          <a:p>
            <a:pPr indent="0" lvl="0" marL="0" rtl="0" algn="l">
              <a:spcBef>
                <a:spcPts val="1000"/>
              </a:spcBef>
              <a:spcAft>
                <a:spcPts val="0"/>
              </a:spcAft>
              <a:buNone/>
            </a:pPr>
            <a:r>
              <a:rPr lang="en-US">
                <a:latin typeface="Georgia"/>
                <a:ea typeface="Georgia"/>
                <a:cs typeface="Georgia"/>
                <a:sym typeface="Georgia"/>
              </a:rPr>
              <a:t>.Rule-based Named Entity Recognition (NER)</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.Pattern Matching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.Keyword and Phrase Matching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.Negation Handling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.Regular Expression-based extraction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Tools: Regex, spaCy PhraseMatcher, Tokenization, POS/Dependency parsing </a:t>
            </a:r>
            <a:endParaRPr>
              <a:latin typeface="Georgia"/>
              <a:ea typeface="Georgia"/>
              <a:cs typeface="Georgia"/>
              <a:sym typeface="Georgia"/>
            </a:endParaRPr>
          </a:p>
        </p:txBody>
      </p:sp>
      <p:pic>
        <p:nvPicPr>
          <p:cNvPr id="225" name="Google Shape;225;g3aaadddffe2_0_107"/>
          <p:cNvPicPr preferRelativeResize="0"/>
          <p:nvPr/>
        </p:nvPicPr>
        <p:blipFill>
          <a:blip r:embed="rId3">
            <a:alphaModFix/>
          </a:blip>
          <a:stretch>
            <a:fillRect/>
          </a:stretch>
        </p:blipFill>
        <p:spPr>
          <a:xfrm>
            <a:off x="6530250" y="1882100"/>
            <a:ext cx="4871974" cy="374075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3aaadddffe2_0_127"/>
          <p:cNvSpPr txBox="1"/>
          <p:nvPr>
            <p:ph type="title"/>
          </p:nvPr>
        </p:nvSpPr>
        <p:spPr>
          <a:xfrm>
            <a:off x="678884" y="603666"/>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FUTURE ENHANCEMENTS:</a:t>
            </a:r>
            <a:endParaRPr/>
          </a:p>
        </p:txBody>
      </p:sp>
      <p:sp>
        <p:nvSpPr>
          <p:cNvPr id="232" name="Google Shape;232;g3aaadddffe2_0_127"/>
          <p:cNvSpPr txBox="1"/>
          <p:nvPr>
            <p:ph idx="1" type="body"/>
          </p:nvPr>
        </p:nvSpPr>
        <p:spPr>
          <a:xfrm>
            <a:off x="678876" y="1675075"/>
            <a:ext cx="10108200" cy="4398000"/>
          </a:xfrm>
          <a:prstGeom prst="rect">
            <a:avLst/>
          </a:prstGeom>
        </p:spPr>
        <p:txBody>
          <a:bodyPr anchorCtr="0" anchor="t" bIns="45700" lIns="91425" spcFirstLastPara="1" rIns="91425" wrap="square" tIns="45700">
            <a:normAutofit lnSpcReduction="10000"/>
          </a:bodyPr>
          <a:lstStyle/>
          <a:p>
            <a:pPr indent="0" lvl="0" marL="0" rtl="0" algn="l">
              <a:spcBef>
                <a:spcPts val="1000"/>
              </a:spcBef>
              <a:spcAft>
                <a:spcPts val="0"/>
              </a:spcAft>
              <a:buNone/>
            </a:pPr>
            <a:r>
              <a:rPr lang="en-US">
                <a:latin typeface="Georgia"/>
                <a:ea typeface="Georgia"/>
                <a:cs typeface="Georgia"/>
                <a:sym typeface="Georgia"/>
              </a:rPr>
              <a:t>.Add sentiment polarity detection (positive/negative)</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.Hybrid approach </a:t>
            </a:r>
            <a:r>
              <a:rPr lang="en-US">
                <a:latin typeface="Georgia"/>
                <a:ea typeface="Georgia"/>
                <a:cs typeface="Georgia"/>
                <a:sym typeface="Georgia"/>
              </a:rPr>
              <a:t>combining</a:t>
            </a:r>
            <a:r>
              <a:rPr lang="en-US">
                <a:latin typeface="Georgia"/>
                <a:ea typeface="Georgia"/>
                <a:cs typeface="Georgia"/>
                <a:sym typeface="Georgia"/>
              </a:rPr>
              <a:t> rules + ML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.Support for multi-language </a:t>
            </a:r>
            <a:r>
              <a:rPr lang="en-US">
                <a:latin typeface="Georgia"/>
                <a:ea typeface="Georgia"/>
                <a:cs typeface="Georgia"/>
                <a:sym typeface="Georgia"/>
              </a:rPr>
              <a:t>review</a:t>
            </a:r>
            <a:r>
              <a:rPr lang="en-US">
                <a:latin typeface="Georgia"/>
                <a:ea typeface="Georgia"/>
                <a:cs typeface="Georgia"/>
                <a:sym typeface="Georgia"/>
              </a:rPr>
              <a:t> text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(Hindi/Hinglish)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.Advanced dependency-based</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negation and context modeling</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a:t>
            </a:r>
            <a:endParaRPr>
              <a:latin typeface="Georgia"/>
              <a:ea typeface="Georgia"/>
              <a:cs typeface="Georgia"/>
              <a:sym typeface="Georgia"/>
            </a:endParaRPr>
          </a:p>
        </p:txBody>
      </p:sp>
      <p:pic>
        <p:nvPicPr>
          <p:cNvPr id="233" name="Google Shape;233;g3aaadddffe2_0_127"/>
          <p:cNvPicPr preferRelativeResize="0"/>
          <p:nvPr/>
        </p:nvPicPr>
        <p:blipFill>
          <a:blip r:embed="rId3">
            <a:alphaModFix/>
          </a:blip>
          <a:stretch>
            <a:fillRect/>
          </a:stretch>
        </p:blipFill>
        <p:spPr>
          <a:xfrm>
            <a:off x="5811075" y="3011400"/>
            <a:ext cx="5702001" cy="306167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3aaadddffe2_0_135"/>
          <p:cNvSpPr txBox="1"/>
          <p:nvPr>
            <p:ph type="title"/>
          </p:nvPr>
        </p:nvSpPr>
        <p:spPr>
          <a:xfrm>
            <a:off x="678884" y="603666"/>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RESULT &amp; DISCUSSION: </a:t>
            </a:r>
            <a:endParaRPr/>
          </a:p>
        </p:txBody>
      </p:sp>
      <p:sp>
        <p:nvSpPr>
          <p:cNvPr id="240" name="Google Shape;240;g3aaadddffe2_0_135"/>
          <p:cNvSpPr txBox="1"/>
          <p:nvPr>
            <p:ph idx="1" type="body"/>
          </p:nvPr>
        </p:nvSpPr>
        <p:spPr>
          <a:xfrm>
            <a:off x="678884" y="1675075"/>
            <a:ext cx="10834200" cy="4398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latin typeface="Georgia"/>
                <a:ea typeface="Georgia"/>
                <a:cs typeface="Georgia"/>
                <a:sym typeface="Georgia"/>
              </a:rPr>
              <a:t>.Sample outputs of tagged reviews</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.Observation &amp; insights about customer</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feedback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.Tag frequency chart and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dashboard </a:t>
            </a:r>
            <a:endParaRPr>
              <a:latin typeface="Georgia"/>
              <a:ea typeface="Georgia"/>
              <a:cs typeface="Georgia"/>
              <a:sym typeface="Georgia"/>
            </a:endParaRPr>
          </a:p>
        </p:txBody>
      </p:sp>
      <p:pic>
        <p:nvPicPr>
          <p:cNvPr id="241" name="Google Shape;241;g3aaadddffe2_0_135"/>
          <p:cNvPicPr preferRelativeResize="0"/>
          <p:nvPr/>
        </p:nvPicPr>
        <p:blipFill>
          <a:blip r:embed="rId3">
            <a:alphaModFix/>
          </a:blip>
          <a:stretch>
            <a:fillRect/>
          </a:stretch>
        </p:blipFill>
        <p:spPr>
          <a:xfrm>
            <a:off x="4975875" y="2646750"/>
            <a:ext cx="6537200" cy="34263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g3aaadddffe2_0_143"/>
          <p:cNvSpPr txBox="1"/>
          <p:nvPr>
            <p:ph type="title"/>
          </p:nvPr>
        </p:nvSpPr>
        <p:spPr>
          <a:xfrm>
            <a:off x="678884" y="603666"/>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DELIVERABLES:</a:t>
            </a:r>
            <a:endParaRPr/>
          </a:p>
        </p:txBody>
      </p:sp>
      <p:sp>
        <p:nvSpPr>
          <p:cNvPr id="248" name="Google Shape;248;g3aaadddffe2_0_143"/>
          <p:cNvSpPr txBox="1"/>
          <p:nvPr>
            <p:ph idx="1" type="body"/>
          </p:nvPr>
        </p:nvSpPr>
        <p:spPr>
          <a:xfrm>
            <a:off x="678884" y="1675075"/>
            <a:ext cx="10834200" cy="4398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latin typeface="Georgia"/>
                <a:ea typeface="Georgia"/>
                <a:cs typeface="Georgia"/>
                <a:sym typeface="Georgia"/>
              </a:rPr>
              <a:t>S.No      Deliverable                            Description </a:t>
            </a:r>
            <a:endParaRPr>
              <a:latin typeface="Georgia"/>
              <a:ea typeface="Georgia"/>
              <a:cs typeface="Georgia"/>
              <a:sym typeface="Georgia"/>
            </a:endParaRPr>
          </a:p>
          <a:p>
            <a:pPr indent="0" lvl="0" marL="0" rtl="0" algn="l">
              <a:spcBef>
                <a:spcPts val="1000"/>
              </a:spcBef>
              <a:spcAft>
                <a:spcPts val="0"/>
              </a:spcAft>
              <a:buNone/>
            </a:pPr>
            <a:r>
              <a:rPr lang="en-US" sz="2000">
                <a:latin typeface="Georgia"/>
                <a:ea typeface="Georgia"/>
                <a:cs typeface="Georgia"/>
                <a:sym typeface="Georgia"/>
              </a:rPr>
              <a:t>1</a:t>
            </a:r>
            <a:r>
              <a:rPr lang="en-US">
                <a:latin typeface="Georgia"/>
                <a:ea typeface="Georgia"/>
                <a:cs typeface="Georgia"/>
                <a:sym typeface="Georgia"/>
              </a:rPr>
              <a:t>             </a:t>
            </a:r>
            <a:r>
              <a:rPr lang="en-US" sz="1900">
                <a:latin typeface="Georgia"/>
                <a:ea typeface="Georgia"/>
                <a:cs typeface="Georgia"/>
                <a:sym typeface="Georgia"/>
              </a:rPr>
              <a:t> Project Report </a:t>
            </a:r>
            <a:r>
              <a:rPr lang="en-US" sz="2000">
                <a:latin typeface="Georgia"/>
                <a:ea typeface="Georgia"/>
                <a:cs typeface="Georgia"/>
                <a:sym typeface="Georgia"/>
              </a:rPr>
              <a:t>                                          Full documentation </a:t>
            </a:r>
            <a:endParaRPr sz="2000">
              <a:latin typeface="Georgia"/>
              <a:ea typeface="Georgia"/>
              <a:cs typeface="Georgia"/>
              <a:sym typeface="Georgia"/>
            </a:endParaRPr>
          </a:p>
          <a:p>
            <a:pPr indent="0" lvl="0" marL="0" rtl="0" algn="l">
              <a:spcBef>
                <a:spcPts val="1000"/>
              </a:spcBef>
              <a:spcAft>
                <a:spcPts val="0"/>
              </a:spcAft>
              <a:buNone/>
            </a:pPr>
            <a:r>
              <a:rPr lang="en-US" sz="2000">
                <a:latin typeface="Georgia"/>
                <a:ea typeface="Georgia"/>
                <a:cs typeface="Georgia"/>
                <a:sym typeface="Georgia"/>
              </a:rPr>
              <a:t>2                   Python Code                                             Tagging pipeline .py file </a:t>
            </a:r>
            <a:endParaRPr sz="2000">
              <a:latin typeface="Georgia"/>
              <a:ea typeface="Georgia"/>
              <a:cs typeface="Georgia"/>
              <a:sym typeface="Georgia"/>
            </a:endParaRPr>
          </a:p>
          <a:p>
            <a:pPr indent="0" lvl="0" marL="0" rtl="0" algn="l">
              <a:spcBef>
                <a:spcPts val="1000"/>
              </a:spcBef>
              <a:spcAft>
                <a:spcPts val="0"/>
              </a:spcAft>
              <a:buNone/>
            </a:pPr>
            <a:r>
              <a:rPr lang="en-US" sz="2000">
                <a:latin typeface="Georgia"/>
                <a:ea typeface="Georgia"/>
                <a:cs typeface="Georgia"/>
                <a:sym typeface="Georgia"/>
              </a:rPr>
              <a:t>3                   Dataset                                                       Product review </a:t>
            </a:r>
            <a:r>
              <a:rPr lang="en-US" sz="2000">
                <a:latin typeface="Georgia"/>
                <a:ea typeface="Georgia"/>
                <a:cs typeface="Georgia"/>
                <a:sym typeface="Georgia"/>
              </a:rPr>
              <a:t>sample dataset</a:t>
            </a:r>
            <a:endParaRPr sz="2000">
              <a:latin typeface="Georgia"/>
              <a:ea typeface="Georgia"/>
              <a:cs typeface="Georgia"/>
              <a:sym typeface="Georgia"/>
            </a:endParaRPr>
          </a:p>
          <a:p>
            <a:pPr indent="0" lvl="0" marL="0" rtl="0" algn="l">
              <a:spcBef>
                <a:spcPts val="1000"/>
              </a:spcBef>
              <a:spcAft>
                <a:spcPts val="0"/>
              </a:spcAft>
              <a:buNone/>
            </a:pPr>
            <a:r>
              <a:rPr lang="en-US" sz="2000">
                <a:latin typeface="Georgia"/>
                <a:ea typeface="Georgia"/>
                <a:cs typeface="Georgia"/>
                <a:sym typeface="Georgia"/>
              </a:rPr>
              <a:t>4                   Output file                                                 Tagged results (CSV)</a:t>
            </a:r>
            <a:endParaRPr sz="2000">
              <a:latin typeface="Georgia"/>
              <a:ea typeface="Georgia"/>
              <a:cs typeface="Georgia"/>
              <a:sym typeface="Georgia"/>
            </a:endParaRPr>
          </a:p>
          <a:p>
            <a:pPr indent="0" lvl="0" marL="0" rtl="0" algn="l">
              <a:spcBef>
                <a:spcPts val="1000"/>
              </a:spcBef>
              <a:spcAft>
                <a:spcPts val="0"/>
              </a:spcAft>
              <a:buNone/>
            </a:pPr>
            <a:r>
              <a:rPr lang="en-US" sz="2000">
                <a:latin typeface="Georgia"/>
                <a:ea typeface="Georgia"/>
                <a:cs typeface="Georgia"/>
                <a:sym typeface="Georgia"/>
              </a:rPr>
              <a:t>5                    Presentation                                             PPT with findings </a:t>
            </a:r>
            <a:endParaRPr sz="2000">
              <a:latin typeface="Georgia"/>
              <a:ea typeface="Georgia"/>
              <a:cs typeface="Georgia"/>
              <a:sym typeface="Georgia"/>
            </a:endParaRPr>
          </a:p>
          <a:p>
            <a:pPr indent="0" lvl="0" marL="0" rtl="0" algn="l">
              <a:spcBef>
                <a:spcPts val="1000"/>
              </a:spcBef>
              <a:spcAft>
                <a:spcPts val="0"/>
              </a:spcAft>
              <a:buNone/>
            </a:pPr>
            <a:r>
              <a:rPr lang="en-US" sz="2000">
                <a:latin typeface="Georgia"/>
                <a:ea typeface="Georgia"/>
                <a:cs typeface="Georgia"/>
                <a:sym typeface="Georgia"/>
              </a:rPr>
              <a:t> </a:t>
            </a:r>
            <a:endParaRPr sz="2000">
              <a:latin typeface="Georgia"/>
              <a:ea typeface="Georgia"/>
              <a:cs typeface="Georgia"/>
              <a:sym typeface="Georgia"/>
            </a:endParaRPr>
          </a:p>
          <a:p>
            <a:pPr indent="0" lvl="0" marL="0" rtl="0" algn="l">
              <a:spcBef>
                <a:spcPts val="1000"/>
              </a:spcBef>
              <a:spcAft>
                <a:spcPts val="0"/>
              </a:spcAft>
              <a:buNone/>
            </a:pPr>
            <a:r>
              <a:t/>
            </a:r>
            <a:endParaRPr sz="2000">
              <a:latin typeface="Georgia"/>
              <a:ea typeface="Georgia"/>
              <a:cs typeface="Georgia"/>
              <a:sym typeface="Georgia"/>
            </a:endParaRPr>
          </a:p>
          <a:p>
            <a:pPr indent="0" lvl="0" marL="0" rtl="0" algn="l">
              <a:spcBef>
                <a:spcPts val="1000"/>
              </a:spcBef>
              <a:spcAft>
                <a:spcPts val="0"/>
              </a:spcAft>
              <a:buNone/>
            </a:pPr>
            <a:r>
              <a:rPr lang="en-US" sz="2000">
                <a:latin typeface="Georgia"/>
                <a:ea typeface="Georgia"/>
                <a:cs typeface="Georgia"/>
                <a:sym typeface="Georgia"/>
              </a:rPr>
              <a:t>      </a:t>
            </a:r>
            <a:endParaRPr sz="2000">
              <a:latin typeface="Georgia"/>
              <a:ea typeface="Georgia"/>
              <a:cs typeface="Georgia"/>
              <a:sym typeface="Georgi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3aaadddffe2_0_149"/>
          <p:cNvSpPr txBox="1"/>
          <p:nvPr>
            <p:ph type="title"/>
          </p:nvPr>
        </p:nvSpPr>
        <p:spPr>
          <a:xfrm>
            <a:off x="678884" y="603666"/>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CONCLUSION:</a:t>
            </a:r>
            <a:endParaRPr/>
          </a:p>
        </p:txBody>
      </p:sp>
      <p:sp>
        <p:nvSpPr>
          <p:cNvPr id="255" name="Google Shape;255;g3aaadddffe2_0_149"/>
          <p:cNvSpPr txBox="1"/>
          <p:nvPr>
            <p:ph idx="1" type="body"/>
          </p:nvPr>
        </p:nvSpPr>
        <p:spPr>
          <a:xfrm>
            <a:off x="678884" y="1675075"/>
            <a:ext cx="10834200" cy="4398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latin typeface="Georgia"/>
                <a:ea typeface="Georgia"/>
                <a:cs typeface="Georgia"/>
                <a:sym typeface="Georgia"/>
              </a:rPr>
              <a:t>.Summary of achievements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.Importance of automated review insights for business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improvement </a:t>
            </a:r>
            <a:endParaRPr>
              <a:latin typeface="Georgia"/>
              <a:ea typeface="Georgia"/>
              <a:cs typeface="Georgia"/>
              <a:sym typeface="Georgia"/>
            </a:endParaRPr>
          </a:p>
        </p:txBody>
      </p:sp>
      <p:pic>
        <p:nvPicPr>
          <p:cNvPr id="256" name="Google Shape;256;g3aaadddffe2_0_149"/>
          <p:cNvPicPr preferRelativeResize="0"/>
          <p:nvPr/>
        </p:nvPicPr>
        <p:blipFill>
          <a:blip r:embed="rId3">
            <a:alphaModFix/>
          </a:blip>
          <a:stretch>
            <a:fillRect/>
          </a:stretch>
        </p:blipFill>
        <p:spPr>
          <a:xfrm>
            <a:off x="3058450" y="2670275"/>
            <a:ext cx="8454623" cy="34028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8"/>
          <p:cNvSpPr/>
          <p:nvPr/>
        </p:nvSpPr>
        <p:spPr>
          <a:xfrm>
            <a:off x="0" y="2091872"/>
            <a:ext cx="12192000" cy="1765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600"/>
              <a:buFont typeface="Arial"/>
              <a:buNone/>
            </a:pPr>
            <a:r>
              <a:rPr b="1" i="0" lang="en-US" sz="6600" u="none" cap="none" strike="noStrike">
                <a:solidFill>
                  <a:schemeClr val="lt1"/>
                </a:solidFill>
                <a:latin typeface="Calibri"/>
                <a:ea typeface="Calibri"/>
                <a:cs typeface="Calibri"/>
                <a:sym typeface="Calibri"/>
              </a:rPr>
              <a:t>Thank You!</a:t>
            </a:r>
            <a:endParaRPr b="1" i="0" sz="6600" u="none" cap="none" strike="noStrike">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BIA Template">
  <a:themeElements>
    <a:clrScheme name="Custom 4">
      <a:dk1>
        <a:srgbClr val="161A3E"/>
      </a:dk1>
      <a:lt1>
        <a:srgbClr val="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2020-12-23T13:36:00Z</dcterms:created>
  <dc:creator>Aayush Shah</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